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41e5a22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41e5a22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41e5a22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41e5a22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41e5a22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41e5a22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41e5a22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41e5a22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41e5a225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41e5a225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A : CNN</a:t>
            </a:r>
            <a:br>
              <a:rPr lang="en"/>
            </a:br>
            <a:r>
              <a:rPr lang="en"/>
              <a:t>Part B : NL to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This assignment explores two core AI concepts:</a:t>
            </a:r>
            <a:br>
              <a:rPr lang="en"/>
            </a:b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Deep learning model design using Convolutional Neural Networks (CNNs)</a:t>
            </a:r>
            <a:br>
              <a:rPr lang="en"/>
            </a:b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Prompt engineering with Large Language Models (LLMs)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Goals:</a:t>
            </a:r>
            <a:br>
              <a:rPr lang="en"/>
            </a:b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Study how architectural and regularization choices affect CNN performance</a:t>
            </a:r>
            <a:br>
              <a:rPr lang="en"/>
            </a:b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Evaluate how prompt design impacts LLM-generated SQL accuracy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Modeling Setup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9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Dataset: CIFAR-10 (10-class image classification)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Framework: TensorFlow / Keras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Input: 32×32 RGB images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Output: Softmax probability over 10 classes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Experiments varied: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Batch Normalization and Dropout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Number of Conv + Pool blocks (depth)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Activation function (ReLU vs ELU)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Training constraints: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CPU-only environment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Small data subset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Limited epochs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CNN Results and Key Insights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43375" y="1152475"/>
            <a:ext cx="5027100" cy="39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Baseline CNN (3 blocks, ReLU, no BN/Dropout) achieved highest validation accuracy (~0.41)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Batch Normalization and Dropout reduced short-term performance due to underfitting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Deeper CNNs (4 blocks) performed worse under limited data and epochs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ELU activation slightly outperformed ReLU among regularized models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Key takeaway: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Regularization and depth improve generalization </a:t>
            </a:r>
            <a:r>
              <a:rPr b="1" lang="en" sz="1100">
                <a:solidFill>
                  <a:schemeClr val="dk1"/>
                </a:solidFill>
              </a:rPr>
              <a:t>only with sufficient data and training time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Simpler models can outperform complex ones in constrained settings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67712" t="0"/>
          <a:stretch/>
        </p:blipFill>
        <p:spPr>
          <a:xfrm>
            <a:off x="5609500" y="1080525"/>
            <a:ext cx="1941263" cy="391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Natural Language to SQL with LLMs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9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Objective:</a:t>
            </a:r>
            <a:br>
              <a:rPr lang="en"/>
            </a:br>
            <a:endParaRPr/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Translate a natural language query into SQL using an LLM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Database schema:</a:t>
            </a:r>
            <a:br>
              <a:rPr lang="en"/>
            </a:br>
            <a:endParaRPr/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Customers</a:t>
            </a:r>
            <a:br>
              <a:rPr lang="en"/>
            </a:br>
            <a:endParaRPr/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Orders</a:t>
            </a:r>
            <a:br>
              <a:rPr lang="en"/>
            </a:br>
            <a:endParaRPr/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OrderItems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Query requirement:</a:t>
            </a:r>
            <a:br>
              <a:rPr lang="en"/>
            </a:br>
            <a:endParaRPr/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Must involve at least two tables (JOIN)</a:t>
            </a:r>
            <a:br>
              <a:rPr lang="en"/>
            </a:br>
            <a:endParaRPr/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Include aggregation and sorting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Example NL Query:</a:t>
            </a:r>
            <a:br>
              <a:rPr lang="en"/>
            </a:br>
            <a:endParaRPr/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“Show each Boston customer’s name and their total spending across all orders”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Prompt Engineering Comparison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25450" y="1152475"/>
            <a:ext cx="4632900" cy="38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Zero-shot prompting:</a:t>
            </a:r>
            <a:br>
              <a:rPr lang="en"/>
            </a:b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Generated correct SQL for this query</a:t>
            </a:r>
            <a:br>
              <a:rPr lang="en"/>
            </a:b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Included JOIN, filtering, aggregation, and sorting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Few-shot prompting:</a:t>
            </a:r>
            <a:br>
              <a:rPr lang="en"/>
            </a:b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Produced the same correct SQL</a:t>
            </a:r>
            <a:br>
              <a:rPr lang="en"/>
            </a:b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More reliable for complex queries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Generated SQL was executed on SQLite database to verify correctness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Key insight:</a:t>
            </a:r>
            <a:br>
              <a:rPr lang="en"/>
            </a:b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Prompt engineering improves robustness and consistency</a:t>
            </a:r>
            <a:br>
              <a:rPr lang="en"/>
            </a:b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○"/>
            </a:pPr>
            <a:r>
              <a:rPr lang="en"/>
              <a:t>Few-shot prompting is preferable for real-world schemas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750" y="1170125"/>
            <a:ext cx="303096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