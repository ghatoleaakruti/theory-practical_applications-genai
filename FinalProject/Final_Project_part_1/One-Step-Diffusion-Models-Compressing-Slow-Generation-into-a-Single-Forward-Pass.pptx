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Instrument Sans Medium" pitchFamily="2" charset="0"/>
      <p:regular r:id="rId12"/>
    </p:embeddedFont>
    <p:embeddedFont>
      <p:font typeface="Inter" panose="02000503000000020004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08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622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18316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One-Step Diffusion Models: Compressing Slow Generation into a Single Forward Pass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876205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technical survey of recent advances in compressing diffusion model generation into single-step inference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272891"/>
            <a:ext cx="776763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Problem: Why Diffusion Models Are Too Slow for Real-Time Use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402449" y="702112"/>
            <a:ext cx="3791783" cy="95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diffusion models, exemplified by DDPM (Ho et al., NeurIPS 2020), generate images through iterative denoising of random noise over </a:t>
            </a: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to 1000 sequential steps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Each step requires a full neural network forward pass, accumulating significant computational overhead. On a consumer-grade T4 GPU, generating a single image with standard SDXL architecture takes approximately </a:t>
            </a: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8–12 seconds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making real-time applications—interactive creative tools, on-device generation, video synthesis, and responsive AI systems—effectively impossible.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02449" y="1698308"/>
            <a:ext cx="3791783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fundamental goal of one-step diffusion research is to collapse the entire denoising chain into a single forward pass: input random noise, output clean image, eliminate iteration entirely. This represents a paradigm shift from sequential processing to direct mapping, fundamentally changing how we think about generative modeling.</a:t>
            </a:r>
            <a:endParaRPr lang="en-US" sz="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788" y="713184"/>
            <a:ext cx="3791783" cy="37917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02449" y="463510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Timeline of the Field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307580" y="4957524"/>
            <a:ext cx="15240" cy="3641407"/>
          </a:xfrm>
          <a:prstGeom prst="roundRect">
            <a:avLst>
              <a:gd name="adj" fmla="val 97675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921163" y="5061466"/>
            <a:ext cx="297656" cy="15240"/>
          </a:xfrm>
          <a:prstGeom prst="roundRect">
            <a:avLst>
              <a:gd name="adj" fmla="val 97675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203579" y="4957524"/>
            <a:ext cx="223242" cy="223242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240726" y="4976098"/>
            <a:ext cx="148828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578673" y="4991576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2020: DDPM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02449" y="5176361"/>
            <a:ext cx="341661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 et al. established the 1000-step baseline with Denoising Diffusion Probabilistic Models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7411581" y="5557480"/>
            <a:ext cx="297656" cy="15240"/>
          </a:xfrm>
          <a:prstGeom prst="roundRect">
            <a:avLst>
              <a:gd name="adj" fmla="val 97675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203579" y="5453539"/>
            <a:ext cx="223242" cy="223242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240726" y="5472113"/>
            <a:ext cx="148828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811333" y="5487591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2021: DDIM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811333" y="5672376"/>
            <a:ext cx="341661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Song et al. introduced deterministic sampling, reducing to 50 steps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921163" y="6020991"/>
            <a:ext cx="297656" cy="15240"/>
          </a:xfrm>
          <a:prstGeom prst="roundRect">
            <a:avLst>
              <a:gd name="adj" fmla="val 97675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203579" y="5917049"/>
            <a:ext cx="223242" cy="223242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240726" y="5935623"/>
            <a:ext cx="148828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919424" y="5951101"/>
            <a:ext cx="1899642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March 2023: Consistency Models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402449" y="6135886"/>
            <a:ext cx="341661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Song et al. presented first 1-step distillation at ICML 2023 (arXiv 2303.01469)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7411581" y="6484501"/>
            <a:ext cx="297656" cy="15240"/>
          </a:xfrm>
          <a:prstGeom prst="roundRect">
            <a:avLst>
              <a:gd name="adj" fmla="val 97675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203579" y="6380559"/>
            <a:ext cx="223242" cy="223242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240726" y="6399133"/>
            <a:ext cx="148828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811333" y="6414611"/>
            <a:ext cx="157567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September 2023: InstaFlow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811333" y="6599396"/>
            <a:ext cx="341661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Liu et al. demonstrated rectified flow 1-step approach (ICLR 2024, arXiv 2309.06380)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6921163" y="6948011"/>
            <a:ext cx="297656" cy="15240"/>
          </a:xfrm>
          <a:prstGeom prst="roundRect">
            <a:avLst>
              <a:gd name="adj" fmla="val 97675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203579" y="6844070"/>
            <a:ext cx="223242" cy="223242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240726" y="6862643"/>
            <a:ext cx="148828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578673" y="6878122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October 2023: LCM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402449" y="7062907"/>
            <a:ext cx="341661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Luo et al. introduced latent consistency distillation framework (arXiv 2310.04378)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411581" y="7411522"/>
            <a:ext cx="297656" cy="15240"/>
          </a:xfrm>
          <a:prstGeom prst="roundRect">
            <a:avLst>
              <a:gd name="adj" fmla="val 97675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203579" y="7307580"/>
            <a:ext cx="223242" cy="223242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240726" y="7326154"/>
            <a:ext cx="148828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7811333" y="7341632"/>
            <a:ext cx="1977390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November 2023: SDXL-Turbo/ADD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811333" y="7526417"/>
            <a:ext cx="3416618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Sauer et al. pioneered adversarial distillation (arXiv 2311.17042)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6921163" y="7875032"/>
            <a:ext cx="297656" cy="15240"/>
          </a:xfrm>
          <a:prstGeom prst="roundRect">
            <a:avLst>
              <a:gd name="adj" fmla="val 97675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7203579" y="7771090"/>
            <a:ext cx="223242" cy="223242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240726" y="7789664"/>
            <a:ext cx="148828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5578673" y="7805142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2024: DMD2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3402449" y="7989927"/>
            <a:ext cx="341661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Yin et al. achieved FID 1.28 with distribution matching at NeurIPS 2024 (arXiv 2405.14867)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795" y="1224439"/>
            <a:ext cx="11428809" cy="905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How Researchers Solved One-Step Generation: Three Distinct Paradigms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1600795" y="2341602"/>
            <a:ext cx="11428809" cy="401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field converged on three fundamentally different approaches to compress multi-step diffusion into single-step inference. Each paradigm represents a distinct philosophy about how to transfer knowledge from a slow teacher model to a fast student.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600795" y="2861548"/>
            <a:ext cx="3739039" cy="4143494"/>
          </a:xfrm>
          <a:prstGeom prst="roundRect">
            <a:avLst>
              <a:gd name="adj" fmla="val 581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45694" y="3006447"/>
            <a:ext cx="434697" cy="434697"/>
          </a:xfrm>
          <a:prstGeom prst="roundRect">
            <a:avLst>
              <a:gd name="adj" fmla="val 21033238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5233" y="3125867"/>
            <a:ext cx="195620" cy="195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45694" y="3546872"/>
            <a:ext cx="2981444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Paradigm 1: Consistency Distillation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45694" y="3836789"/>
            <a:ext cx="3449241" cy="1002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idea: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Force the model to map any noisy intermediate on the probability flow ODE trajectory directly to the clean image x₀. A self-consistency loss trains this without adversarial training.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45694" y="4902756"/>
            <a:ext cx="3449241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Papers: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Consistency Models (Song et al., ICML 2023, arXiv 2303.01469); Latent Consistency Models (LCM, Luo et al., arXiv 2310.04378)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45694" y="5567720"/>
            <a:ext cx="3449241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GitHub: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github.com/openai/consistency_models and github.com/luosiallen/latent-consistency-model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745694" y="6232684"/>
            <a:ext cx="3449241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FID 3.55 on CIFAR-10 in one step. LCM works as a LoRA plug-in on any Stable Diffusion checkpoint.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45562" y="2861548"/>
            <a:ext cx="3739158" cy="4143494"/>
          </a:xfrm>
          <a:prstGeom prst="roundRect">
            <a:avLst>
              <a:gd name="adj" fmla="val 581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590461" y="3006447"/>
            <a:ext cx="434697" cy="434697"/>
          </a:xfrm>
          <a:prstGeom prst="roundRect">
            <a:avLst>
              <a:gd name="adj" fmla="val 21033238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09999" y="3125867"/>
            <a:ext cx="195620" cy="1956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90461" y="3546872"/>
            <a:ext cx="3449360" cy="452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Paradigm 2: Adversarial Diffusion Distillation (ADD)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90461" y="4063246"/>
            <a:ext cx="3449360" cy="1002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idea: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Combine score distillation from a large teacher model with a GAN discriminator that enforces photorealism at every step. Classifier-free guidance is baked into the distillation—</a:t>
            </a: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 uses guidance_scale=0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590461" y="5129213"/>
            <a:ext cx="3449360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Papers: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SDXL-Turbo (Sauer et al., arXiv 2311.17042); SDXL-Lightning (Lin et al., arXiv 2402.13929)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590461" y="5794177"/>
            <a:ext cx="3449360" cy="401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GitHub: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huggingface.co/stabilityai/sdxl-turbo and huggingface.co/ByteDance/SDXL-Lightning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590461" y="6258639"/>
            <a:ext cx="3449360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First method to unlock true single-step synthesis with a foundation model. Preferred over LCM-XL in human evaluations.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9290447" y="2861548"/>
            <a:ext cx="3739158" cy="4143494"/>
          </a:xfrm>
          <a:prstGeom prst="roundRect">
            <a:avLst>
              <a:gd name="adj" fmla="val 581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435346" y="3006447"/>
            <a:ext cx="434697" cy="434697"/>
          </a:xfrm>
          <a:prstGeom prst="roundRect">
            <a:avLst>
              <a:gd name="adj" fmla="val 21033238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54885" y="3125867"/>
            <a:ext cx="195620" cy="1956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435346" y="3546872"/>
            <a:ext cx="3449360" cy="452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Paradigm 3: Distribution Matching Distillation (DMD)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9435346" y="4063246"/>
            <a:ext cx="3449360" cy="1002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idea: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Instead of matching trajectories, train the student to minimize KL divergence to the teacher's full output distribution. DMD2 adds a GAN loss and backward simulation to improve quality further.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9435346" y="5129213"/>
            <a:ext cx="3449360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Papers: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DMD (Yin et al., CVPR 2024, arXiv 2311.18828); DMD2 (Yin et al., NeurIPS 2024 Oral, arXiv 2405.14867)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9435346" y="5794177"/>
            <a:ext cx="3449360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GitHub: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github.com/tianweiy/DMD2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9435346" y="6058138"/>
            <a:ext cx="3449360" cy="401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FID 1.28 on ImageNet-64×64, </a:t>
            </a: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500x speedup</a:t>
            </a: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over the teacher model.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496372"/>
            <a:ext cx="65883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Running SDXL-Turbo: Official Code, Google Colab T4 GPU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402449" y="905708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used the official code from the SDXL-Turbo model card on HuggingFace (huggingface.co/stabilityai/sdxl-turbo). No custom training—just inference on the pre-trained model.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02449" y="1255038"/>
            <a:ext cx="4598432" cy="1982510"/>
          </a:xfrm>
          <a:prstGeom prst="roundRect">
            <a:avLst>
              <a:gd name="adj" fmla="val 751"/>
            </a:avLst>
          </a:prstGeom>
          <a:solidFill>
            <a:srgbClr val="3131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97568" y="1255038"/>
            <a:ext cx="4608195" cy="1982510"/>
          </a:xfrm>
          <a:prstGeom prst="roundRect">
            <a:avLst>
              <a:gd name="adj" fmla="val 751"/>
            </a:avLst>
          </a:prstGeom>
          <a:solidFill>
            <a:srgbClr val="3131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21512" y="1354217"/>
            <a:ext cx="4360307" cy="178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FF7B72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diffusers import AutoPipelineForText2Image
import torch
pipe = AutoPipelineForText2Image.from_pretrained(
    "stabilityai/sdxl-turbo",
    torch_dtype=torch.float16,
    variant="fp16"
).to("cuda")
image = pipe(
    prompt="a mountain at golden hour, cinematic, 8k",
    num_inference_steps=1,    # one step — the whole point
    guidance_scale=0.0,       # required: guidance baked into distillation
).images[0]
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50436" y="1248847"/>
            <a:ext cx="1527334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Implementation Notes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50436" y="1453396"/>
            <a:ext cx="2985016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num_inference_steps=1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what makes this one-step generation.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250436" y="1735931"/>
            <a:ext cx="2985016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guidance_scale=0.0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not optional—Adversarial Diffusion Distillation bakes classifier-free guidance into the training process, so adding it again at inference would break the model (Sauer et al. [4], Section 3).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50436" y="2256353"/>
            <a:ext cx="2985016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also ran LCM from github.com/luosiallen/latent-consistency-model for comparison.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02449" y="3367683"/>
            <a:ext cx="322064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Measured Results on Colab T4 GPU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402449" y="3739634"/>
            <a:ext cx="388179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0.79s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4723090" y="4153733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SDXL-Turbo 1-step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02449" y="4338518"/>
            <a:ext cx="3881795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Fastest single-step generation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42525" y="3739634"/>
            <a:ext cx="388179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1.03s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763167" y="4153733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LCM 1-step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42525" y="4338518"/>
            <a:ext cx="3881795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 distillation baseline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02449" y="4606171"/>
            <a:ext cx="388179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1.43s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4723090" y="5020270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LCM 4-step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02449" y="5205055"/>
            <a:ext cx="3881795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quality with more steps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43346" y="4644033"/>
            <a:ext cx="388179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10s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6708517" y="5020270"/>
            <a:ext cx="1349692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Standard SDXL 25-step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42525" y="5205055"/>
            <a:ext cx="3881795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reference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575313" y="6110561"/>
            <a:ext cx="122051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13x</a:t>
            </a:r>
            <a:endParaRPr lang="en-US" sz="19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744" y="5468077"/>
            <a:ext cx="1488519" cy="148851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622971" y="6967299"/>
            <a:ext cx="1384340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Speedup Demonstrated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402449" y="7152084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One-step methods vs. baseline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402449" y="7326749"/>
            <a:ext cx="7825502" cy="406360"/>
          </a:xfrm>
          <a:prstGeom prst="roundRect">
            <a:avLst>
              <a:gd name="adj" fmla="val 3663"/>
            </a:avLst>
          </a:prstGeom>
          <a:solidFill>
            <a:srgbClr val="4A030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1628" y="7455337"/>
            <a:ext cx="123944" cy="99179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724751" y="7401044"/>
            <a:ext cx="7404021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observation from our 3×3 grid (3 prompts × 3 step counts):</a:t>
            </a: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Even at 1 step, all three prompts—photorealistic landscape, futuristic city, watercolor painting—produced coherent, prompt-faithful images. Quality improved visibly at 2 and 4 steps, with 4-step output approaching photorealism.</a:t>
            </a:r>
            <a:endParaRPr lang="en-US" sz="7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E16A9A0-CE67-02D9-521C-22F1E8F83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7893" y="3240717"/>
            <a:ext cx="3881796" cy="38201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723781"/>
            <a:ext cx="61227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Method Comparison, Open Gaps, and Full References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402449" y="1053703"/>
            <a:ext cx="34125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Comprehensive Method Comparison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3402449" y="1376124"/>
            <a:ext cx="3887986" cy="899517"/>
          </a:xfrm>
          <a:prstGeom prst="roundRect">
            <a:avLst>
              <a:gd name="adj" fmla="val 1655"/>
            </a:avLst>
          </a:prstGeom>
          <a:solidFill>
            <a:srgbClr val="242429"/>
          </a:solidFill>
          <a:ln w="1524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17689" y="1391364"/>
            <a:ext cx="3857506" cy="297656"/>
          </a:xfrm>
          <a:prstGeom prst="rect">
            <a:avLst/>
          </a:prstGeom>
          <a:solidFill>
            <a:srgbClr val="4343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968" y="1465778"/>
            <a:ext cx="148828" cy="1488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16868" y="1738551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SDXL-Turbo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516868" y="1923336"/>
            <a:ext cx="365914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ran this: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ADD distillation, 1–4 steps, 512px output, 0.79s per image on T4, best 1-step quality in human evaluations vs. LCM-XL. arXiv 2311.17042.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7339965" y="1376124"/>
            <a:ext cx="3887986" cy="899517"/>
          </a:xfrm>
          <a:prstGeom prst="roundRect">
            <a:avLst>
              <a:gd name="adj" fmla="val 1655"/>
            </a:avLst>
          </a:prstGeom>
          <a:solidFill>
            <a:srgbClr val="242429"/>
          </a:solidFill>
          <a:ln w="1524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355205" y="1391364"/>
            <a:ext cx="3857506" cy="297656"/>
          </a:xfrm>
          <a:prstGeom prst="rect">
            <a:avLst/>
          </a:prstGeom>
          <a:solidFill>
            <a:srgbClr val="4343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9484" y="1465778"/>
            <a:ext cx="148828" cy="1488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4384" y="1738551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LCM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454384" y="1923336"/>
            <a:ext cx="365914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ran for comparison: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Consistency distillation, 1–4 steps, 768px output, 1.03s at 1-step, pluggable as LoRA on any SD checkpoint. arXiv 2310.04378.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3402449" y="2325172"/>
            <a:ext cx="3887986" cy="899517"/>
          </a:xfrm>
          <a:prstGeom prst="roundRect">
            <a:avLst>
              <a:gd name="adj" fmla="val 1655"/>
            </a:avLst>
          </a:prstGeom>
          <a:solidFill>
            <a:srgbClr val="242429"/>
          </a:solidFill>
          <a:ln w="1524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417689" y="2340412"/>
            <a:ext cx="3857506" cy="297656"/>
          </a:xfrm>
          <a:prstGeom prst="rect">
            <a:avLst/>
          </a:prstGeom>
          <a:solidFill>
            <a:srgbClr val="4343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71968" y="2414826"/>
            <a:ext cx="148828" cy="1488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16868" y="2687598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InstaFlow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516868" y="2872383"/>
            <a:ext cx="365914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Rectified flow + reflow pipeline, FID 23.3 on COCO at 1-step, 0.09s per image, first SD-level one-step model. arXiv 2309.06380.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7339965" y="2325172"/>
            <a:ext cx="3887986" cy="899517"/>
          </a:xfrm>
          <a:prstGeom prst="roundRect">
            <a:avLst>
              <a:gd name="adj" fmla="val 1655"/>
            </a:avLst>
          </a:prstGeom>
          <a:solidFill>
            <a:srgbClr val="242429"/>
          </a:solidFill>
          <a:ln w="15240">
            <a:solidFill>
              <a:srgbClr val="5C5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355205" y="2340412"/>
            <a:ext cx="3857506" cy="297656"/>
          </a:xfrm>
          <a:prstGeom prst="rect">
            <a:avLst/>
          </a:prstGeom>
          <a:solidFill>
            <a:srgbClr val="4343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09484" y="2414826"/>
            <a:ext cx="148828" cy="1488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4384" y="2687598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DMD2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454384" y="2872383"/>
            <a:ext cx="365914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matching + GAN, FID 1.28 on ImageNet-64, NeurIPS 2024 Oral, 500x speedup over teacher. arXiv 2405.14867.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3402449" y="329910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Open Research Gaps</a:t>
            </a:r>
            <a:endParaRPr lang="en-US" sz="1550" dirty="0"/>
          </a:p>
        </p:txBody>
      </p:sp>
      <p:sp>
        <p:nvSpPr>
          <p:cNvPr id="25" name="Shape 19"/>
          <p:cNvSpPr/>
          <p:nvPr/>
        </p:nvSpPr>
        <p:spPr>
          <a:xfrm>
            <a:off x="3402449" y="3674269"/>
            <a:ext cx="49530" cy="49530"/>
          </a:xfrm>
          <a:prstGeom prst="roundRect">
            <a:avLst>
              <a:gd name="adj" fmla="val 92307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3501509" y="3621524"/>
            <a:ext cx="1625560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1-step text-image alignment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3501509" y="3806309"/>
            <a:ext cx="772644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Still weaker than multi-step on complex compositional prompts requiring fine-grained reasoning</a:t>
            </a:r>
            <a:endParaRPr lang="en-US" sz="750" dirty="0"/>
          </a:p>
        </p:txBody>
      </p:sp>
      <p:sp>
        <p:nvSpPr>
          <p:cNvPr id="28" name="Shape 22"/>
          <p:cNvSpPr/>
          <p:nvPr/>
        </p:nvSpPr>
        <p:spPr>
          <a:xfrm>
            <a:off x="3402449" y="4077176"/>
            <a:ext cx="49530" cy="49530"/>
          </a:xfrm>
          <a:prstGeom prst="roundRect">
            <a:avLst>
              <a:gd name="adj" fmla="val 92307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3501509" y="4024432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 coverage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3501509" y="4209217"/>
            <a:ext cx="772644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One-step models under-represent rare or tail samples in the distribution, limiting diversity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3402449" y="4480084"/>
            <a:ext cx="49530" cy="49530"/>
          </a:xfrm>
          <a:prstGeom prst="roundRect">
            <a:avLst>
              <a:gd name="adj" fmla="val 92307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3501509" y="4427339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Video generation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3501509" y="4612124"/>
            <a:ext cx="772644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Extending ADD and LCM temporally is an early-stage open problem with limited published results</a:t>
            </a:r>
            <a:endParaRPr lang="en-US" sz="750" dirty="0"/>
          </a:p>
        </p:txBody>
      </p:sp>
      <p:sp>
        <p:nvSpPr>
          <p:cNvPr id="34" name="Shape 28"/>
          <p:cNvSpPr/>
          <p:nvPr/>
        </p:nvSpPr>
        <p:spPr>
          <a:xfrm>
            <a:off x="3402449" y="4882991"/>
            <a:ext cx="49530" cy="49530"/>
          </a:xfrm>
          <a:prstGeom prst="roundRect">
            <a:avLst>
              <a:gd name="adj" fmla="val 92307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3501509" y="4830247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Controllability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3501509" y="5015032"/>
            <a:ext cx="772644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ControlNet natively at 1-step remains unsolved—current approaches require multi-step scheduling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3402449" y="5285899"/>
            <a:ext cx="49530" cy="49530"/>
          </a:xfrm>
          <a:prstGeom prst="roundRect">
            <a:avLst>
              <a:gd name="adj" fmla="val 923077"/>
            </a:avLst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3501509" y="5233154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Evaluation metrics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3501509" y="5417939"/>
            <a:ext cx="772644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FID alone is insufficient—prompt-faithful perceptual metrics combining quality and alignment are needed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3551277" y="5648325"/>
            <a:ext cx="7676674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 for practitioners: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three paradigms share one core idea—derive a fast student model from a slow teacher. The difference between them is entirely in the loss function used to do the matching: </a:t>
            </a: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self-consistency loss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adversarial loss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or </a:t>
            </a: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 divergence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50" dirty="0"/>
          </a:p>
        </p:txBody>
      </p:sp>
      <p:sp>
        <p:nvSpPr>
          <p:cNvPr id="41" name="Shape 35"/>
          <p:cNvSpPr/>
          <p:nvPr/>
        </p:nvSpPr>
        <p:spPr>
          <a:xfrm>
            <a:off x="3402449" y="5592604"/>
            <a:ext cx="15240" cy="349329"/>
          </a:xfrm>
          <a:prstGeom prst="rect">
            <a:avLst/>
          </a:prstGeom>
          <a:solidFill>
            <a:srgbClr val="FDC4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3402449" y="601634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References</a:t>
            </a:r>
            <a:endParaRPr lang="en-US" sz="1550" dirty="0"/>
          </a:p>
        </p:txBody>
      </p:sp>
      <p:sp>
        <p:nvSpPr>
          <p:cNvPr id="43" name="Text 37"/>
          <p:cNvSpPr/>
          <p:nvPr/>
        </p:nvSpPr>
        <p:spPr>
          <a:xfrm>
            <a:off x="3402449" y="6338768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Song et al. "Consistency Models." ICML 2023. arxiv.org/abs/2303.01469. github.com/openai/consistency_models</a:t>
            </a:r>
            <a:endParaRPr lang="en-US" sz="750" dirty="0"/>
          </a:p>
        </p:txBody>
      </p:sp>
      <p:sp>
        <p:nvSpPr>
          <p:cNvPr id="44" name="Text 38"/>
          <p:cNvSpPr/>
          <p:nvPr/>
        </p:nvSpPr>
        <p:spPr>
          <a:xfrm>
            <a:off x="3402449" y="6513433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[2]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Luo et al. "Latent Consistency Models." arXiv:2310.04378. github.com/luosiallen/latent-consistency-model</a:t>
            </a:r>
            <a:endParaRPr lang="en-US" sz="750" dirty="0"/>
          </a:p>
        </p:txBody>
      </p:sp>
      <p:sp>
        <p:nvSpPr>
          <p:cNvPr id="45" name="Text 39"/>
          <p:cNvSpPr/>
          <p:nvPr/>
        </p:nvSpPr>
        <p:spPr>
          <a:xfrm>
            <a:off x="3402449" y="6688098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[3]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Liu et al. "InstaFlow: One Step is Enough." ICLR 2024. arxiv.org/abs/2309.06380. github.com/gnobitab/InstaFlow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3402449" y="6862763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[4]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Sauer et al. "Adversarial Diffusion Distillation." arXiv:2311.17042. huggingface.co/stabilityai/sdxl-turbo</a:t>
            </a:r>
            <a:endParaRPr lang="en-US" sz="750" dirty="0"/>
          </a:p>
        </p:txBody>
      </p:sp>
      <p:sp>
        <p:nvSpPr>
          <p:cNvPr id="47" name="Text 41"/>
          <p:cNvSpPr/>
          <p:nvPr/>
        </p:nvSpPr>
        <p:spPr>
          <a:xfrm>
            <a:off x="3402449" y="7037427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[4b]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Lin et al. "SDXL-Lightning." arXiv:2402.13929. huggingface.co/ByteDance/SDXL-Lightning</a:t>
            </a:r>
            <a:endParaRPr lang="en-US" sz="750" dirty="0"/>
          </a:p>
        </p:txBody>
      </p:sp>
      <p:sp>
        <p:nvSpPr>
          <p:cNvPr id="48" name="Text 42"/>
          <p:cNvSpPr/>
          <p:nvPr/>
        </p:nvSpPr>
        <p:spPr>
          <a:xfrm>
            <a:off x="3402449" y="7212092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[5]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Yin et al. "One-step Diffusion with Distribution Matching Distillation." CVPR 2024. arxiv.org/abs/2311.18828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3402449" y="7386757"/>
            <a:ext cx="7825502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[6]</a:t>
            </a: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Yin et al. "Improved Distribution Matching Distillation." NeurIPS 2024 Oral. arxiv.org/abs/2405.14867. github.com/tianweiy/DMD2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1424</Words>
  <Application>Microsoft Macintosh PowerPoint</Application>
  <PresentationFormat>Custom</PresentationFormat>
  <Paragraphs>103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Inter</vt:lpstr>
      <vt:lpstr>Arial</vt:lpstr>
      <vt:lpstr>Consolas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Aakruti Ghatole</cp:lastModifiedBy>
  <cp:revision>3</cp:revision>
  <dcterms:created xsi:type="dcterms:W3CDTF">2026-04-08T17:13:00Z</dcterms:created>
  <dcterms:modified xsi:type="dcterms:W3CDTF">2026-04-08T18:16:27Z</dcterms:modified>
</cp:coreProperties>
</file>