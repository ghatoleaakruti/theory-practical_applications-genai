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34231ed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34231ed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34231edd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34231edd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34231edd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34231edd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34231edd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34231edd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34231edd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34231edd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34231edd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34231ed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: 4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6506"/>
              <a:buFont typeface="Arial"/>
              <a:buNone/>
            </a:pPr>
            <a:r>
              <a:rPr lang="en" sz="4150">
                <a:solidFill>
                  <a:srgbClr val="273540"/>
                </a:solidFill>
                <a:highlight>
                  <a:srgbClr val="FFFFFF"/>
                </a:highlight>
              </a:rPr>
              <a:t>Agentic AI Publish/Subscribe Assignment</a:t>
            </a:r>
            <a:endParaRPr sz="4150">
              <a:solidFill>
                <a:srgbClr val="273540"/>
              </a:solidFill>
              <a:highlight>
                <a:srgbClr val="FFFFFF"/>
              </a:highlight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22100" y="188175"/>
            <a:ext cx="7027200" cy="4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Kafka Pub/Sub with 3 Agents (LLM-Powered Worker)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698950"/>
            <a:ext cx="6642000" cy="431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Objective: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Build an asynchronous pub/sub architecture where agents communicate through Kafka topics.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Requirements implemented: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Kafka used as the pub/sub broker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- 3 agents publish/subscribe to chosen topics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Agents are decoupled (publishers and subscribers don’t know each other)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WorkerAgent uses an LLM (OpenAI API) to process tasks and generate results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75850" y="116500"/>
            <a:ext cx="28080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is Pub/Sub?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645100"/>
            <a:ext cx="8523600" cy="34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Pub/Sub (Publish/Subscribe) is an asynchronous messaging pattern: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Publishers send messages to a broker under a topic (not to specific receivers)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Subscribers listen to topics they are interested in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Publishers do not know who consumes the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Subscribers do not know who produced the message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Benefits: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Decoupling, scalability, event-driven communication, and easier expansion of agent systems.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188175"/>
            <a:ext cx="3980400" cy="4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Kafka as the Pub/Sub Broker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698950"/>
            <a:ext cx="2808000" cy="42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Kafka provides topic-based pub/sub messaging: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Producers publish events to Kafka topics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Consumers subscribe to topics and process messages asynchronously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Kafka persists messages and supports scaling via partitions and consumer groups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this system: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Kafka is the only communication channel between agents.</a:t>
            </a:r>
            <a:endParaRPr/>
          </a:p>
        </p:txBody>
      </p:sp>
      <p:pic>
        <p:nvPicPr>
          <p:cNvPr id="74" name="Google Shape;74;p16" title="Screenshot 2026-02-01 at 10.53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2100" y="773775"/>
            <a:ext cx="5719501" cy="37199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222075" y="215075"/>
            <a:ext cx="4554000" cy="46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Architecture: 3 Agents + 2 Topics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683975"/>
            <a:ext cx="3631200" cy="428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Topics: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"tasks": task/event stream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"results": processed output stream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Agents: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1) PlannerAgent (Publisher)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Publishes tasks to topic "tasks"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2) WorkerAgent (Subscriber + Publisher)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Subscribes to "tasks"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Uses OpenAI (GPT) to process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Publishes outputs to topic "results"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3) MonitorAgent (Subscriber)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- Subscribes to both "tasks" and "results"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  - Logs all events as an audit trail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257950" y="116500"/>
            <a:ext cx="7215300" cy="4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Implementation Details (asyncio + aiokafka + OpenAI)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603400"/>
            <a:ext cx="2808000" cy="44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Implementation tools: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asyncio: runs all agents concurrently (non-blocking)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aiokafka: async Kafka Producer/Consumer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JSON messages: encoded to bytes for Kafka transport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OpenAI API: WorkerAgent calls GPT to generate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Key point: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Agent behavior is independent; Kafka handles routing and delivery via topics.</a:t>
            </a:r>
            <a:endParaRPr/>
          </a:p>
        </p:txBody>
      </p:sp>
      <p:pic>
        <p:nvPicPr>
          <p:cNvPr id="87" name="Google Shape;87;p18" title="Screenshot 2026-02-01 at 10.56.10 PM.png"/>
          <p:cNvPicPr preferRelativeResize="0"/>
          <p:nvPr/>
        </p:nvPicPr>
        <p:blipFill rotWithShape="1">
          <a:blip r:embed="rId3">
            <a:alphaModFix/>
          </a:blip>
          <a:srcRect b="7578" l="0" r="0" t="13891"/>
          <a:stretch/>
        </p:blipFill>
        <p:spPr>
          <a:xfrm>
            <a:off x="3272100" y="1272425"/>
            <a:ext cx="5719501" cy="2921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179225"/>
            <a:ext cx="3864000" cy="42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Output + Conclusion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603425"/>
            <a:ext cx="8192100" cy="30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evidence (from notebook logs):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PlannerAgent publishes tasks to "tasks"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WorkerAgent consumes tasks and publishes results to "results"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- MonitorAgent sees both TASK and RESULT messages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Conclusion: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demonstrates a Kafka-based pub/sub agent system where communication is asynchronous and decoupled.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Using an LLM in WorkerAgent shows a realistic AI agent pipeline: tasks are distributed via Kafka and solved by GPT.</a:t>
            </a:r>
            <a:endParaRPr/>
          </a:p>
        </p:txBody>
      </p:sp>
      <p:pic>
        <p:nvPicPr>
          <p:cNvPr id="94" name="Google Shape;94;p19" title="Screenshot 2026-02-01 at 10.57.40 PM.png"/>
          <p:cNvPicPr preferRelativeResize="0"/>
          <p:nvPr/>
        </p:nvPicPr>
        <p:blipFill rotWithShape="1">
          <a:blip r:embed="rId3">
            <a:alphaModFix/>
          </a:blip>
          <a:srcRect b="5582" l="4661" r="19177" t="76036"/>
          <a:stretch/>
        </p:blipFill>
        <p:spPr>
          <a:xfrm>
            <a:off x="394300" y="3640425"/>
            <a:ext cx="8034125" cy="1261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