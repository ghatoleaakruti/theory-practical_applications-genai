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ef1ef234296f07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ef1ef234296f07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f1ef234296f07c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f1ef234296f07c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f1ef234296f07c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f1ef234296f07c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f1ef234296f07c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f1ef234296f07c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f1ef234296f07c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f1ef234296f07c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ef1ef234296f07c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ef1ef234296f07c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1512800"/>
            <a:ext cx="8520600" cy="128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lang="en" sz="3080"/>
              <a:t>Goal: Predict the Prudential risk rating (Response: 1–8), which is an ordinal target.</a:t>
            </a:r>
            <a:endParaRPr sz="308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19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700"/>
              <a:t>Assignment requirements: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Build a neural network model for the dataset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 a single output node to represent the ordinal variable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 an appropriate loss (cost) function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Experiment with Dropout and Batch Normalization to study performance effects</a:t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60425" y="160175"/>
            <a:ext cx="5081100" cy="3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 and Preprocessing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569525"/>
            <a:ext cx="4306800" cy="3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dataset contains mixed feature types (numeric + categorical) and missing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Preprocessing pipeline: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Numeric: median imputation + StandardScaler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Categorical: most-frequent imputation + one-hot encoding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Train/Validation split with stratification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Neural networks require numeric input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Scaling stabilizes gradient-based training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Stratified split preserves ordinal class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1-28 at 3.51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750" y="569525"/>
            <a:ext cx="3855824" cy="44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33700" y="115700"/>
            <a:ext cx="5579400" cy="40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Ordinal Target with a Single Output Node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04925" y="519200"/>
            <a:ext cx="2808000" cy="4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Response is ordinal (1–8), so we used a single output neuron (linear activation).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Approach: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Treat ordinal prediction as scalar regression: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model outputs y_hat (continuous)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Convert to class labels using round + clip to {1..8}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This respects ordering and distance: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Predicting 8 instead of 7 is less severe than predicting 8 instead of 1</a:t>
            </a:r>
            <a:endParaRPr sz="1300"/>
          </a:p>
        </p:txBody>
      </p:sp>
      <p:pic>
        <p:nvPicPr>
          <p:cNvPr id="75" name="Google Shape;75;p16" title="Screenshot 2026-01-28 at 3.54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5325" y="671600"/>
            <a:ext cx="5826276" cy="357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115925" y="195775"/>
            <a:ext cx="6157800" cy="47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Function (Cost) and Evaluation Metric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0" y="670675"/>
            <a:ext cx="2144700" cy="43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/>
              <a:t>Loss (training objective):</a:t>
            </a:r>
            <a:endParaRPr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Huber loss (robust regression loss), suitable for ordinal distance </a:t>
            </a:r>
            <a:endParaRPr/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(MSE is also valid for ordinal regression)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/>
              <a:t>Evaluation metric:</a:t>
            </a:r>
            <a:endParaRPr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Quadratic Weighted Kappa (QWK)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Measures agreement while penalizing larger ordinal errors more heavily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/>
              <a:t>Workflow:</a:t>
            </a:r>
            <a:endParaRPr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 using Huber loss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Evaluate with QWK after rounding predictions to 1–8</a:t>
            </a:r>
            <a:endParaRPr/>
          </a:p>
        </p:txBody>
      </p:sp>
      <p:pic>
        <p:nvPicPr>
          <p:cNvPr id="82" name="Google Shape;82;p17" title="Screenshot 2026-01-28 at 3.56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700" y="1241300"/>
            <a:ext cx="3170627" cy="279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1-28 at 3.57.1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9550" y="1212475"/>
            <a:ext cx="3170625" cy="2845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98125" y="92850"/>
            <a:ext cx="67629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Ablation Study : Dropout vs Branch Normalisation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53400" y="507225"/>
            <a:ext cx="3066300" cy="40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We tested 4 configurations to isolate effects: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1) baseline: no BN, no Dropout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2) dropout only: Dropout=0.3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3) batchnorm only: BN enabled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4) batchnorm + dropout: BN + Dropout=0.3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We compared validation loss and validation QWK to study generalization and stability.</a:t>
            </a:r>
            <a:endParaRPr sz="1600"/>
          </a:p>
        </p:txBody>
      </p:sp>
      <p:pic>
        <p:nvPicPr>
          <p:cNvPr id="90" name="Google Shape;90;p18" title="Screenshot 2026-01-28 at 3.58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150" y="596325"/>
            <a:ext cx="5526150" cy="12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Screenshot 2026-01-28 at 3.59.2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500" y="1850400"/>
            <a:ext cx="3945815" cy="294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124825" y="133475"/>
            <a:ext cx="3443700" cy="3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Conclusions</a:t>
            </a:r>
            <a:endParaRPr/>
          </a:p>
        </p:txBody>
      </p:sp>
      <p:pic>
        <p:nvPicPr>
          <p:cNvPr id="97" name="Google Shape;97;p19" title="Screenshot 2026-01-28 at 4.00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450" y="618400"/>
            <a:ext cx="5775404" cy="4310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