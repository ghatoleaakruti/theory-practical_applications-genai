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2e1941b0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2e1941b0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92e1941b0a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92e1941b0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92e1941b0a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92e1941b0a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92e1941b0a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92e1941b0a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92e1941b0a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92e1941b0a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92e1941b0a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92e1941b0a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Assignment 2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LLM Usage and Neural Networks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799550"/>
            <a:ext cx="3999900" cy="135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LLM Usage 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Zero-Shot Prompting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Few Shot Prompting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Chain-of-thought(CoT) prompting</a:t>
            </a:r>
            <a:endParaRPr/>
          </a:p>
        </p:txBody>
      </p:sp>
      <p:sp>
        <p:nvSpPr>
          <p:cNvPr id="61" name="Google Shape;61;p14"/>
          <p:cNvSpPr txBox="1"/>
          <p:nvPr>
            <p:ph idx="2" type="body"/>
          </p:nvPr>
        </p:nvSpPr>
        <p:spPr>
          <a:xfrm>
            <a:off x="4832400" y="1836125"/>
            <a:ext cx="3999900" cy="135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Neural Network Modelling: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Feed Forward neural network classifier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Loan Dataset with decision as target</a:t>
            </a:r>
            <a:endParaRPr/>
          </a:p>
        </p:txBody>
      </p:sp>
      <p:sp>
        <p:nvSpPr>
          <p:cNvPr id="62" name="Google Shape;62;p14"/>
          <p:cNvSpPr txBox="1"/>
          <p:nvPr/>
        </p:nvSpPr>
        <p:spPr>
          <a:xfrm>
            <a:off x="446225" y="3650275"/>
            <a:ext cx="8386200" cy="7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The goal is to study how prompting techniques improve LLM behavior and how classical neural networks perform on structured data.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77600" y="93900"/>
            <a:ext cx="3513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1560">
                <a:solidFill>
                  <a:schemeClr val="dk2"/>
                </a:solidFill>
              </a:rPr>
              <a:t>Zero-shot vs Few-shot Prompting</a:t>
            </a:r>
            <a:endParaRPr sz="156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60">
              <a:solidFill>
                <a:schemeClr val="dk2"/>
              </a:solidFill>
            </a:endParaRPr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77600" y="592525"/>
            <a:ext cx="4728600" cy="436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Zero-shot prompting: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model is given only the task description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No examples are provided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Relies entirely on pre-trained knowledge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Few-shot prompting: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model is shown a few labeled examples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Examples define task structure and output format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Experiment: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Task: classify a support ticket into Billing, Technical, or Account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Same input used for both prompts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Observation: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Few-shot prompting produced more consistent and cleaner outputs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Zero-shot sometimes added extra text or formatting variations</a:t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 rotWithShape="1">
          <a:blip r:embed="rId3">
            <a:alphaModFix/>
          </a:blip>
          <a:srcRect b="-4580" l="0" r="32092" t="0"/>
          <a:stretch/>
        </p:blipFill>
        <p:spPr>
          <a:xfrm>
            <a:off x="4976075" y="906825"/>
            <a:ext cx="3958550" cy="322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77600" y="93900"/>
            <a:ext cx="3513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rPr lang="en" sz="1560">
                <a:solidFill>
                  <a:schemeClr val="dk2"/>
                </a:solidFill>
              </a:rPr>
              <a:t>Chain-of-Thought (CoT)</a:t>
            </a:r>
            <a:r>
              <a:rPr lang="en" sz="1560">
                <a:solidFill>
                  <a:schemeClr val="dk2"/>
                </a:solidFill>
              </a:rPr>
              <a:t> Prompting</a:t>
            </a:r>
            <a:endParaRPr sz="156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60">
              <a:solidFill>
                <a:schemeClr val="dk2"/>
              </a:solidFill>
            </a:endParaRPr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77600" y="592525"/>
            <a:ext cx="4728600" cy="444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Chain-of-Thought prompting explicitly asks the model to reason step by step before producing an answer.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Experiment: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Arithmetic word problem involving multiple steps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Compared:</a:t>
            </a:r>
            <a:endParaRPr/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Zero-shot (answer only)</a:t>
            </a:r>
            <a:endParaRPr/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CoT prompt (step-by-step reasoning)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Observation: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CoT prompting exposes intermediate calculations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Reduces the risk of arithmetic errors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Produces more reliable final answers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Conclusion: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CoT prompting improves reasoning on multi-step problems</a:t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6425" y="1221962"/>
            <a:ext cx="4271275" cy="327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77600" y="93900"/>
            <a:ext cx="4123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rPr lang="en" sz="1560">
                <a:solidFill>
                  <a:schemeClr val="dk2"/>
                </a:solidFill>
              </a:rPr>
              <a:t>Neural </a:t>
            </a:r>
            <a:r>
              <a:rPr lang="en" sz="1560">
                <a:solidFill>
                  <a:schemeClr val="dk2"/>
                </a:solidFill>
              </a:rPr>
              <a:t>network</a:t>
            </a:r>
            <a:r>
              <a:rPr lang="en" sz="1560">
                <a:solidFill>
                  <a:schemeClr val="dk2"/>
                </a:solidFill>
              </a:rPr>
              <a:t> Setup and Data Preparation</a:t>
            </a:r>
            <a:endParaRPr sz="156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60">
              <a:solidFill>
                <a:schemeClr val="dk2"/>
              </a:solidFill>
            </a:endParaRPr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77600" y="592525"/>
            <a:ext cx="3964200" cy="444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Model:</a:t>
            </a:r>
            <a:endParaRPr/>
          </a:p>
          <a:p>
            <a:pPr indent="-30416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Traditional feed-forward neural network (MLP)</a:t>
            </a:r>
            <a:endParaRPr/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Input → Hidden layers → Output</a:t>
            </a:r>
            <a:endParaRPr/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No recurrence or feedback loops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Dataset:</a:t>
            </a:r>
            <a:endParaRPr/>
          </a:p>
          <a:p>
            <a:pPr indent="-30416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Loan dataset</a:t>
            </a:r>
            <a:endParaRPr/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Target variable: Decision (Accept / Reject)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Preprocessing:</a:t>
            </a:r>
            <a:endParaRPr/>
          </a:p>
          <a:p>
            <a:pPr indent="-30416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Categorical variables → one-hot encoding</a:t>
            </a:r>
            <a:endParaRPr/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Features scaled using StandardScaler</a:t>
            </a:r>
            <a:endParaRPr/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Train-test split applied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Why scaling:</a:t>
            </a:r>
            <a:endParaRPr/>
          </a:p>
          <a:p>
            <a:pPr indent="-30416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Neural networks are sensitive to feature magnitude</a:t>
            </a:r>
            <a:endParaRPr/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Scaling improves convergence and stability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3" name="Google Shape;83;p17" title="Screenshot 2026-01-21 at 3.36.2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0825" y="1386975"/>
            <a:ext cx="5353576" cy="2721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77600" y="93900"/>
            <a:ext cx="4123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rPr lang="en" sz="1560">
                <a:solidFill>
                  <a:schemeClr val="dk2"/>
                </a:solidFill>
              </a:rPr>
              <a:t>Neural Network Architecture and Tuning</a:t>
            </a:r>
            <a:endParaRPr sz="156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60">
              <a:solidFill>
                <a:schemeClr val="dk2"/>
              </a:solidFill>
            </a:endParaRPr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77600" y="592525"/>
            <a:ext cx="3964200" cy="444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Baseline architecture:</a:t>
            </a:r>
            <a:endParaRPr/>
          </a:p>
          <a:p>
            <a:pPr indent="-310832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Two hidden layers</a:t>
            </a:r>
            <a:endParaRPr/>
          </a:p>
          <a:p>
            <a:pPr indent="-31083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ReLU activation in hidden layers</a:t>
            </a:r>
            <a:endParaRPr/>
          </a:p>
          <a:p>
            <a:pPr indent="-31083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Sigmoid activation in output layer</a:t>
            </a:r>
            <a:endParaRPr/>
          </a:p>
          <a:p>
            <a:pPr indent="-31083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Binary cross-entropy loss</a:t>
            </a:r>
            <a:endParaRPr/>
          </a:p>
          <a:p>
            <a:pPr indent="-31083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Adam optimizer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Model tuning explored:</a:t>
            </a:r>
            <a:endParaRPr/>
          </a:p>
          <a:p>
            <a:pPr indent="-310832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Number of hidden layers (1–3)</a:t>
            </a:r>
            <a:endParaRPr/>
          </a:p>
          <a:p>
            <a:pPr indent="-31083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Number of neurons per layer</a:t>
            </a:r>
            <a:endParaRPr/>
          </a:p>
          <a:p>
            <a:pPr indent="-31083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Activation functions (ReLU, tanh)</a:t>
            </a:r>
            <a:endParaRPr/>
          </a:p>
          <a:p>
            <a:pPr indent="-31083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Dropout for regularization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Selection criterion:</a:t>
            </a:r>
            <a:endParaRPr/>
          </a:p>
          <a:p>
            <a:pPr indent="-310832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Best validation accuracy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Result:</a:t>
            </a:r>
            <a:endParaRPr/>
          </a:p>
          <a:p>
            <a:pPr indent="-310832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Two hidden layers with ReLU performed best</a:t>
            </a:r>
            <a:endParaRPr/>
          </a:p>
        </p:txBody>
      </p:sp>
      <p:pic>
        <p:nvPicPr>
          <p:cNvPr id="90" name="Google Shape;90;p18" title="Screenshot 2026-01-21 at 3.39.4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1100" y="152400"/>
            <a:ext cx="4180807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77600" y="93900"/>
            <a:ext cx="4123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rPr lang="en" sz="1560">
                <a:solidFill>
                  <a:schemeClr val="dk2"/>
                </a:solidFill>
              </a:rPr>
              <a:t>Results and Conclusions</a:t>
            </a:r>
            <a:endParaRPr sz="156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60">
              <a:solidFill>
                <a:schemeClr val="dk2"/>
              </a:solidFill>
            </a:endParaRPr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77600" y="592525"/>
            <a:ext cx="3964200" cy="444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LLM Prompting: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Few-shot prompting improves consistency and format control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Chain-of-Thought prompting improves reasoning accuracy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Prompt engineering significantly affects LLM output quality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Neural Networks: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Feed-forward neural networks work well for structured data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Proper preprocessing is essential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Architecture and activation choices impact performance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Overall: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Prompt design and model tuning are critical for reliable AI systems</a:t>
            </a:r>
            <a:endParaRPr/>
          </a:p>
        </p:txBody>
      </p:sp>
      <p:pic>
        <p:nvPicPr>
          <p:cNvPr id="97" name="Google Shape;97;p19" title="Screenshot 2026-01-21 at 3.41.4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4200" y="819000"/>
            <a:ext cx="4786305" cy="417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