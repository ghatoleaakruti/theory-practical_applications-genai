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  <p:sldMasterId id="214748370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IBM Plex Sans"/>
      <p:regular r:id="rId14"/>
      <p:bold r:id="rId15"/>
      <p:italic r:id="rId16"/>
      <p:boldItalic r:id="rId17"/>
    </p:embeddedFont>
    <p:embeddedFont>
      <p:font typeface="IBM Plex Sans Light"/>
      <p:regular r:id="rId18"/>
      <p:bold r:id="rId19"/>
      <p:italic r:id="rId20"/>
      <p:boldItalic r:id="rId21"/>
    </p:embeddedFont>
    <p:embeddedFont>
      <p:font typeface="IBM Plex Sans Medium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SansLight-italic.fntdata"/><Relationship Id="rId22" Type="http://schemas.openxmlformats.org/officeDocument/2006/relationships/font" Target="fonts/IBMPlexSansMedium-regular.fntdata"/><Relationship Id="rId21" Type="http://schemas.openxmlformats.org/officeDocument/2006/relationships/font" Target="fonts/IBMPlexSansLight-boldItalic.fntdata"/><Relationship Id="rId24" Type="http://schemas.openxmlformats.org/officeDocument/2006/relationships/font" Target="fonts/IBMPlexSansMedium-italic.fntdata"/><Relationship Id="rId23" Type="http://schemas.openxmlformats.org/officeDocument/2006/relationships/font" Target="fonts/IBMPlexSans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font" Target="fonts/IBMPlexSansMedium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IBMPlexSans-bold.fntdata"/><Relationship Id="rId14" Type="http://schemas.openxmlformats.org/officeDocument/2006/relationships/font" Target="fonts/IBMPlexSans-regular.fntdata"/><Relationship Id="rId17" Type="http://schemas.openxmlformats.org/officeDocument/2006/relationships/font" Target="fonts/IBMPlexSans-boldItalic.fntdata"/><Relationship Id="rId16" Type="http://schemas.openxmlformats.org/officeDocument/2006/relationships/font" Target="fonts/IBMPlexSans-italic.fntdata"/><Relationship Id="rId19" Type="http://schemas.openxmlformats.org/officeDocument/2006/relationships/font" Target="fonts/IBMPlexSansLight-bold.fntdata"/><Relationship Id="rId18" Type="http://schemas.openxmlformats.org/officeDocument/2006/relationships/font" Target="fonts/IBMPlexSans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93ac41985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393ac41985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93ac419852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93ac419852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93ac419852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93ac419852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93ac419852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393ac419852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93ac419852_0_4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93ac419852_0_4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93ac419852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93ac419852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93ac419852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93ac419852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4"/>
          <p:cNvSpPr/>
          <p:nvPr/>
        </p:nvSpPr>
        <p:spPr>
          <a:xfrm rot="-5400000">
            <a:off x="5097975" y="1801250"/>
            <a:ext cx="8097300" cy="8097300"/>
          </a:xfrm>
          <a:prstGeom prst="arc">
            <a:avLst>
              <a:gd fmla="val 168012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7" name="Google Shape;57;p14"/>
          <p:cNvSpPr/>
          <p:nvPr/>
        </p:nvSpPr>
        <p:spPr>
          <a:xfrm rot="-5400000">
            <a:off x="6469500" y="3176690"/>
            <a:ext cx="5354400" cy="5354700"/>
          </a:xfrm>
          <a:prstGeom prst="arc">
            <a:avLst>
              <a:gd fmla="val 17122104" name="adj1"/>
              <a:gd fmla="val 64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8" name="Google Shape;58;p14"/>
          <p:cNvSpPr/>
          <p:nvPr/>
        </p:nvSpPr>
        <p:spPr>
          <a:xfrm rot="-5400000">
            <a:off x="7851600" y="4554800"/>
            <a:ext cx="2590200" cy="2590500"/>
          </a:xfrm>
          <a:prstGeom prst="arc">
            <a:avLst>
              <a:gd fmla="val 18179106" name="adj1"/>
              <a:gd fmla="val 13212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59" name="Google Shape;59;p14"/>
          <p:cNvCxnSpPr/>
          <p:nvPr/>
        </p:nvCxnSpPr>
        <p:spPr>
          <a:xfrm>
            <a:off x="-3700" y="3178475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14"/>
          <p:cNvCxnSpPr/>
          <p:nvPr/>
        </p:nvCxnSpPr>
        <p:spPr>
          <a:xfrm>
            <a:off x="-3700" y="45554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4"/>
          <p:cNvSpPr/>
          <p:nvPr/>
        </p:nvSpPr>
        <p:spPr>
          <a:xfrm>
            <a:off x="-704795" y="3178455"/>
            <a:ext cx="1377000" cy="1377000"/>
          </a:xfrm>
          <a:prstGeom prst="arc">
            <a:avLst>
              <a:gd fmla="val 16292481" name="adj1"/>
              <a:gd fmla="val 5314968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2" name="Google Shape;62;p14"/>
          <p:cNvSpPr/>
          <p:nvPr/>
        </p:nvSpPr>
        <p:spPr>
          <a:xfrm rot="10800000">
            <a:off x="8451707" y="1801501"/>
            <a:ext cx="1377000" cy="1377000"/>
          </a:xfrm>
          <a:prstGeom prst="arc">
            <a:avLst>
              <a:gd fmla="val 16200000" name="adj1"/>
              <a:gd fmla="val 543129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3" name="Google Shape;63;p14"/>
          <p:cNvSpPr/>
          <p:nvPr/>
        </p:nvSpPr>
        <p:spPr>
          <a:xfrm rot="-5400000">
            <a:off x="5151857" y="4555451"/>
            <a:ext cx="1377000" cy="1377000"/>
          </a:xfrm>
          <a:prstGeom prst="arc">
            <a:avLst>
              <a:gd fmla="val 16691316" name="adj1"/>
              <a:gd fmla="val 4902631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4" name="Google Shape;64;p14"/>
          <p:cNvSpPr txBox="1"/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65" name="Google Shape;65;p14"/>
          <p:cNvSpPr txBox="1"/>
          <p:nvPr>
            <p:ph idx="1" type="subTitle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6" name="Google Shape;66;p1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4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cxnSp>
        <p:nvCxnSpPr>
          <p:cNvPr id="71" name="Google Shape;71;p15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5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5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bg>
      <p:bgPr>
        <a:solidFill>
          <a:schemeClr val="lt2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idx="1" type="subTitle"/>
          </p:nvPr>
        </p:nvSpPr>
        <p:spPr>
          <a:xfrm>
            <a:off x="436725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2" type="subTitle"/>
          </p:nvPr>
        </p:nvSpPr>
        <p:spPr>
          <a:xfrm>
            <a:off x="3527938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3" type="subTitle"/>
          </p:nvPr>
        </p:nvSpPr>
        <p:spPr>
          <a:xfrm>
            <a:off x="6461650" y="2248775"/>
            <a:ext cx="19869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2" name="Google Shape;82;p1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" name="Google Shape;83;p16"/>
          <p:cNvSpPr txBox="1"/>
          <p:nvPr>
            <p:ph idx="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6" type="body"/>
          </p:nvPr>
        </p:nvSpPr>
        <p:spPr>
          <a:xfrm>
            <a:off x="4367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7" type="body"/>
          </p:nvPr>
        </p:nvSpPr>
        <p:spPr>
          <a:xfrm>
            <a:off x="352802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16"/>
          <p:cNvSpPr txBox="1"/>
          <p:nvPr>
            <p:ph idx="8" type="body"/>
          </p:nvPr>
        </p:nvSpPr>
        <p:spPr>
          <a:xfrm>
            <a:off x="6461575" y="3086800"/>
            <a:ext cx="1986900" cy="182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CUSTOM_2_1">
    <p:bg>
      <p:bgPr>
        <a:solidFill>
          <a:schemeClr val="dk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 flipH="1" rot="5400000">
            <a:off x="-2420625" y="3029200"/>
            <a:ext cx="7621800" cy="7621800"/>
          </a:xfrm>
          <a:prstGeom prst="arc">
            <a:avLst>
              <a:gd fmla="val 17782811" name="adj1"/>
              <a:gd fmla="val 1289626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436725" y="647525"/>
            <a:ext cx="2718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1" type="subTitle"/>
          </p:nvPr>
        </p:nvSpPr>
        <p:spPr>
          <a:xfrm>
            <a:off x="6444950" y="7282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7"/>
          <p:cNvSpPr/>
          <p:nvPr/>
        </p:nvSpPr>
        <p:spPr>
          <a:xfrm flipH="1">
            <a:off x="53468" y="3098413"/>
            <a:ext cx="1296900" cy="12969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93" name="Google Shape;93;p17"/>
          <p:cNvCxnSpPr/>
          <p:nvPr/>
        </p:nvCxnSpPr>
        <p:spPr>
          <a:xfrm rot="10800000">
            <a:off x="1390200" y="4326200"/>
            <a:ext cx="77538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7"/>
          <p:cNvSpPr/>
          <p:nvPr/>
        </p:nvSpPr>
        <p:spPr>
          <a:xfrm flipH="1" rot="5400000">
            <a:off x="-1129814" y="4323837"/>
            <a:ext cx="5040000" cy="5040300"/>
          </a:xfrm>
          <a:prstGeom prst="arc">
            <a:avLst>
              <a:gd fmla="val 18735356" name="adj1"/>
              <a:gd fmla="val 2015187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5" name="Google Shape;95;p17"/>
          <p:cNvSpPr/>
          <p:nvPr/>
        </p:nvSpPr>
        <p:spPr>
          <a:xfrm flipH="1" rot="5400000">
            <a:off x="3295500" y="4326000"/>
            <a:ext cx="1299900" cy="1299900"/>
          </a:xfrm>
          <a:prstGeom prst="arc">
            <a:avLst>
              <a:gd fmla="val 15272596" name="adj1"/>
              <a:gd fmla="val 6315880" name="adj2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7" name="Google Shape;97;p1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7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9" name="Google Shape;99;p17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0" name="Google Shape;100;p17"/>
          <p:cNvSpPr txBox="1"/>
          <p:nvPr>
            <p:ph idx="4" type="subTitle"/>
          </p:nvPr>
        </p:nvSpPr>
        <p:spPr>
          <a:xfrm>
            <a:off x="6444950" y="12352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17"/>
          <p:cNvSpPr txBox="1"/>
          <p:nvPr>
            <p:ph idx="5" type="subTitle"/>
          </p:nvPr>
        </p:nvSpPr>
        <p:spPr>
          <a:xfrm>
            <a:off x="6444950" y="17421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6" type="subTitle"/>
          </p:nvPr>
        </p:nvSpPr>
        <p:spPr>
          <a:xfrm>
            <a:off x="6444950" y="22491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7" type="subTitle"/>
          </p:nvPr>
        </p:nvSpPr>
        <p:spPr>
          <a:xfrm>
            <a:off x="6444950" y="275607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8" type="subTitle"/>
          </p:nvPr>
        </p:nvSpPr>
        <p:spPr>
          <a:xfrm>
            <a:off x="6444950" y="3263025"/>
            <a:ext cx="22221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9" type="subTitle"/>
          </p:nvPr>
        </p:nvSpPr>
        <p:spPr>
          <a:xfrm>
            <a:off x="6080700" y="7282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13" type="subTitle"/>
          </p:nvPr>
        </p:nvSpPr>
        <p:spPr>
          <a:xfrm>
            <a:off x="6080700" y="12352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14" type="subTitle"/>
          </p:nvPr>
        </p:nvSpPr>
        <p:spPr>
          <a:xfrm>
            <a:off x="6080700" y="17421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15" type="subTitle"/>
          </p:nvPr>
        </p:nvSpPr>
        <p:spPr>
          <a:xfrm>
            <a:off x="6080700" y="22491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16" type="subTitle"/>
          </p:nvPr>
        </p:nvSpPr>
        <p:spPr>
          <a:xfrm>
            <a:off x="6080700" y="275607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17" type="subTitle"/>
          </p:nvPr>
        </p:nvSpPr>
        <p:spPr>
          <a:xfrm>
            <a:off x="6080700" y="3263025"/>
            <a:ext cx="306600" cy="29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">
  <p:cSld name="CUSTOM_4">
    <p:bg>
      <p:bgPr>
        <a:solidFill>
          <a:schemeClr val="lt2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8"/>
          <p:cNvSpPr/>
          <p:nvPr/>
        </p:nvSpPr>
        <p:spPr>
          <a:xfrm flipH="1" rot="-5400205">
            <a:off x="3801104" y="-3647425"/>
            <a:ext cx="5040000" cy="5040600"/>
          </a:xfrm>
          <a:prstGeom prst="arc">
            <a:avLst>
              <a:gd fmla="val 17789929" name="adj1"/>
              <a:gd fmla="val 3811513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13" name="Google Shape;113;p18"/>
          <p:cNvCxnSpPr/>
          <p:nvPr/>
        </p:nvCxnSpPr>
        <p:spPr>
          <a:xfrm>
            <a:off x="-9" y="1392875"/>
            <a:ext cx="9166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8"/>
          <p:cNvSpPr/>
          <p:nvPr>
            <p:ph idx="2" type="pic"/>
          </p:nvPr>
        </p:nvSpPr>
        <p:spPr>
          <a:xfrm>
            <a:off x="440400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436725" y="457200"/>
            <a:ext cx="408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436800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3" type="subTitle"/>
          </p:nvPr>
        </p:nvSpPr>
        <p:spPr>
          <a:xfrm>
            <a:off x="436725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4" type="subTitle"/>
          </p:nvPr>
        </p:nvSpPr>
        <p:spPr>
          <a:xfrm>
            <a:off x="436725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5" type="body"/>
          </p:nvPr>
        </p:nvSpPr>
        <p:spPr>
          <a:xfrm>
            <a:off x="1832019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0" name="Google Shape;120;p18"/>
          <p:cNvSpPr txBox="1"/>
          <p:nvPr>
            <p:ph idx="6" type="subTitle"/>
          </p:nvPr>
        </p:nvSpPr>
        <p:spPr>
          <a:xfrm>
            <a:off x="1831944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18"/>
          <p:cNvSpPr txBox="1"/>
          <p:nvPr>
            <p:ph idx="7" type="subTitle"/>
          </p:nvPr>
        </p:nvSpPr>
        <p:spPr>
          <a:xfrm>
            <a:off x="1831944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idx="8" type="body"/>
          </p:nvPr>
        </p:nvSpPr>
        <p:spPr>
          <a:xfrm>
            <a:off x="322724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9" type="subTitle"/>
          </p:nvPr>
        </p:nvSpPr>
        <p:spPr>
          <a:xfrm>
            <a:off x="322716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idx="13" type="subTitle"/>
          </p:nvPr>
        </p:nvSpPr>
        <p:spPr>
          <a:xfrm>
            <a:off x="322716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14" type="body"/>
          </p:nvPr>
        </p:nvSpPr>
        <p:spPr>
          <a:xfrm>
            <a:off x="4609566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18"/>
          <p:cNvSpPr txBox="1"/>
          <p:nvPr>
            <p:ph idx="15" type="subTitle"/>
          </p:nvPr>
        </p:nvSpPr>
        <p:spPr>
          <a:xfrm>
            <a:off x="4609491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8"/>
          <p:cNvSpPr txBox="1"/>
          <p:nvPr>
            <p:ph idx="16" type="subTitle"/>
          </p:nvPr>
        </p:nvSpPr>
        <p:spPr>
          <a:xfrm>
            <a:off x="4609491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 txBox="1"/>
          <p:nvPr>
            <p:ph idx="17" type="body"/>
          </p:nvPr>
        </p:nvSpPr>
        <p:spPr>
          <a:xfrm>
            <a:off x="601173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18"/>
          <p:cNvSpPr txBox="1"/>
          <p:nvPr>
            <p:ph idx="18" type="subTitle"/>
          </p:nvPr>
        </p:nvSpPr>
        <p:spPr>
          <a:xfrm>
            <a:off x="601165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0" name="Google Shape;130;p18"/>
          <p:cNvSpPr txBox="1"/>
          <p:nvPr>
            <p:ph idx="19" type="subTitle"/>
          </p:nvPr>
        </p:nvSpPr>
        <p:spPr>
          <a:xfrm>
            <a:off x="601165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18"/>
          <p:cNvSpPr txBox="1"/>
          <p:nvPr>
            <p:ph idx="20" type="body"/>
          </p:nvPr>
        </p:nvSpPr>
        <p:spPr>
          <a:xfrm>
            <a:off x="7413884" y="3585959"/>
            <a:ext cx="1258200" cy="10341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21" type="subTitle"/>
          </p:nvPr>
        </p:nvSpPr>
        <p:spPr>
          <a:xfrm>
            <a:off x="7413809" y="3133425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18"/>
          <p:cNvSpPr txBox="1"/>
          <p:nvPr>
            <p:ph idx="22" type="subTitle"/>
          </p:nvPr>
        </p:nvSpPr>
        <p:spPr>
          <a:xfrm>
            <a:off x="7413809" y="3325506"/>
            <a:ext cx="1258200" cy="2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8"/>
          <p:cNvSpPr/>
          <p:nvPr>
            <p:ph idx="23" type="pic"/>
          </p:nvPr>
        </p:nvSpPr>
        <p:spPr>
          <a:xfrm>
            <a:off x="18325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5" name="Google Shape;135;p18"/>
          <p:cNvSpPr/>
          <p:nvPr>
            <p:ph idx="24" type="pic"/>
          </p:nvPr>
        </p:nvSpPr>
        <p:spPr>
          <a:xfrm>
            <a:off x="32256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6" name="Google Shape;136;p18"/>
          <p:cNvSpPr/>
          <p:nvPr>
            <p:ph idx="25" type="pic"/>
          </p:nvPr>
        </p:nvSpPr>
        <p:spPr>
          <a:xfrm>
            <a:off x="4619163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7" name="Google Shape;137;p18"/>
          <p:cNvSpPr/>
          <p:nvPr>
            <p:ph idx="26" type="pic"/>
          </p:nvPr>
        </p:nvSpPr>
        <p:spPr>
          <a:xfrm>
            <a:off x="601292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8" name="Google Shape;138;p18"/>
          <p:cNvSpPr/>
          <p:nvPr>
            <p:ph idx="27" type="pic"/>
          </p:nvPr>
        </p:nvSpPr>
        <p:spPr>
          <a:xfrm>
            <a:off x="7406675" y="1725300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39" name="Google Shape;139;p18"/>
          <p:cNvSpPr/>
          <p:nvPr/>
        </p:nvSpPr>
        <p:spPr>
          <a:xfrm>
            <a:off x="5592475" y="-26"/>
            <a:ext cx="1392900" cy="1392900"/>
          </a:xfrm>
          <a:prstGeom prst="ellipse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0" name="Google Shape;140;p1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1" name="Google Shape;141;p1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" name="Google Shape;142;p18"/>
          <p:cNvSpPr txBox="1"/>
          <p:nvPr>
            <p:ph idx="2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Alt 1">
  <p:cSld name="CUSTOM_5">
    <p:bg>
      <p:bgPr>
        <a:solidFill>
          <a:schemeClr val="lt2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145;p19"/>
          <p:cNvGrpSpPr/>
          <p:nvPr/>
        </p:nvGrpSpPr>
        <p:grpSpPr>
          <a:xfrm>
            <a:off x="-3059650" y="1891300"/>
            <a:ext cx="7160400" cy="7160400"/>
            <a:chOff x="-3059650" y="1891300"/>
            <a:chExt cx="7160400" cy="7160400"/>
          </a:xfrm>
        </p:grpSpPr>
        <p:sp>
          <p:nvSpPr>
            <p:cNvPr id="146" name="Google Shape;146;p19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6510262" name="adj1"/>
                <a:gd fmla="val 503275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7" name="Google Shape;147;p19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6677462" name="adj1"/>
                <a:gd fmla="val 64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8" name="Google Shape;148;p19"/>
            <p:cNvSpPr/>
            <p:nvPr/>
          </p:nvSpPr>
          <p:spPr>
            <a:xfrm flipH="1" rot="5400000">
              <a:off x="-624715" y="4328872"/>
              <a:ext cx="2290500" cy="2290800"/>
            </a:xfrm>
            <a:prstGeom prst="arc">
              <a:avLst>
                <a:gd fmla="val 17201286" name="adj1"/>
                <a:gd fmla="val 1321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558070" y="1956378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50" name="Google Shape;150;p19"/>
            <p:cNvCxnSpPr/>
            <p:nvPr/>
          </p:nvCxnSpPr>
          <p:spPr>
            <a:xfrm>
              <a:off x="0" y="31098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" name="Google Shape;151;p19"/>
            <p:cNvCxnSpPr/>
            <p:nvPr/>
          </p:nvCxnSpPr>
          <p:spPr>
            <a:xfrm>
              <a:off x="0" y="4328375"/>
              <a:ext cx="520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2" name="Google Shape;152;p19"/>
            <p:cNvSpPr/>
            <p:nvPr/>
          </p:nvSpPr>
          <p:spPr>
            <a:xfrm>
              <a:off x="2686054" y="3808633"/>
              <a:ext cx="1218300" cy="12183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53" name="Google Shape;153;p19"/>
          <p:cNvSpPr txBox="1"/>
          <p:nvPr>
            <p:ph type="title"/>
          </p:nvPr>
        </p:nvSpPr>
        <p:spPr>
          <a:xfrm>
            <a:off x="436725" y="647525"/>
            <a:ext cx="3251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19"/>
          <p:cNvSpPr/>
          <p:nvPr>
            <p:ph idx="2" type="pic"/>
          </p:nvPr>
        </p:nvSpPr>
        <p:spPr>
          <a:xfrm>
            <a:off x="4513350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5" name="Google Shape;155;p19"/>
          <p:cNvSpPr txBox="1"/>
          <p:nvPr>
            <p:ph idx="1" type="subTitle"/>
          </p:nvPr>
        </p:nvSpPr>
        <p:spPr>
          <a:xfrm>
            <a:off x="4509675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3" type="subTitle"/>
          </p:nvPr>
        </p:nvSpPr>
        <p:spPr>
          <a:xfrm>
            <a:off x="4509675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7" name="Google Shape;157;p19"/>
          <p:cNvSpPr/>
          <p:nvPr>
            <p:ph idx="4" type="pic"/>
          </p:nvPr>
        </p:nvSpPr>
        <p:spPr>
          <a:xfrm>
            <a:off x="5966983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58" name="Google Shape;158;p19"/>
          <p:cNvSpPr txBox="1"/>
          <p:nvPr>
            <p:ph idx="5" type="subTitle"/>
          </p:nvPr>
        </p:nvSpPr>
        <p:spPr>
          <a:xfrm>
            <a:off x="5963308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9" name="Google Shape;159;p19"/>
          <p:cNvSpPr txBox="1"/>
          <p:nvPr>
            <p:ph idx="6" type="subTitle"/>
          </p:nvPr>
        </p:nvSpPr>
        <p:spPr>
          <a:xfrm>
            <a:off x="5963308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19"/>
          <p:cNvSpPr/>
          <p:nvPr>
            <p:ph idx="7" type="pic"/>
          </p:nvPr>
        </p:nvSpPr>
        <p:spPr>
          <a:xfrm>
            <a:off x="7397695" y="107719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1" name="Google Shape;161;p19"/>
          <p:cNvSpPr txBox="1"/>
          <p:nvPr>
            <p:ph idx="8" type="subTitle"/>
          </p:nvPr>
        </p:nvSpPr>
        <p:spPr>
          <a:xfrm>
            <a:off x="7394020" y="248532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9" type="subTitle"/>
          </p:nvPr>
        </p:nvSpPr>
        <p:spPr>
          <a:xfrm>
            <a:off x="7394020" y="260093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3" name="Google Shape;163;p19"/>
          <p:cNvSpPr/>
          <p:nvPr>
            <p:ph idx="13" type="pic"/>
          </p:nvPr>
        </p:nvSpPr>
        <p:spPr>
          <a:xfrm>
            <a:off x="4513350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4" name="Google Shape;164;p19"/>
          <p:cNvSpPr txBox="1"/>
          <p:nvPr>
            <p:ph idx="14" type="subTitle"/>
          </p:nvPr>
        </p:nvSpPr>
        <p:spPr>
          <a:xfrm>
            <a:off x="4509675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p19"/>
          <p:cNvSpPr txBox="1"/>
          <p:nvPr>
            <p:ph idx="15" type="subTitle"/>
          </p:nvPr>
        </p:nvSpPr>
        <p:spPr>
          <a:xfrm>
            <a:off x="4509675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19"/>
          <p:cNvSpPr/>
          <p:nvPr>
            <p:ph idx="16" type="pic"/>
          </p:nvPr>
        </p:nvSpPr>
        <p:spPr>
          <a:xfrm>
            <a:off x="5966983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67" name="Google Shape;167;p19"/>
          <p:cNvSpPr txBox="1"/>
          <p:nvPr>
            <p:ph idx="17" type="subTitle"/>
          </p:nvPr>
        </p:nvSpPr>
        <p:spPr>
          <a:xfrm>
            <a:off x="5963308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8" name="Google Shape;168;p19"/>
          <p:cNvSpPr txBox="1"/>
          <p:nvPr>
            <p:ph idx="18" type="subTitle"/>
          </p:nvPr>
        </p:nvSpPr>
        <p:spPr>
          <a:xfrm>
            <a:off x="5963308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19"/>
          <p:cNvSpPr/>
          <p:nvPr>
            <p:ph idx="19" type="pic"/>
          </p:nvPr>
        </p:nvSpPr>
        <p:spPr>
          <a:xfrm>
            <a:off x="7397695" y="3224051"/>
            <a:ext cx="1269600" cy="12690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70" name="Google Shape;170;p19"/>
          <p:cNvSpPr txBox="1"/>
          <p:nvPr>
            <p:ph idx="20" type="subTitle"/>
          </p:nvPr>
        </p:nvSpPr>
        <p:spPr>
          <a:xfrm>
            <a:off x="7394020" y="4632181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1" name="Google Shape;171;p19"/>
          <p:cNvSpPr txBox="1"/>
          <p:nvPr>
            <p:ph idx="21" type="subTitle"/>
          </p:nvPr>
        </p:nvSpPr>
        <p:spPr>
          <a:xfrm>
            <a:off x="7394020" y="4747797"/>
            <a:ext cx="1258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72" name="Google Shape;172;p19"/>
          <p:cNvCxnSpPr/>
          <p:nvPr/>
        </p:nvCxnSpPr>
        <p:spPr>
          <a:xfrm>
            <a:off x="4100759" y="-7950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1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4" name="Google Shape;174;p1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19"/>
          <p:cNvSpPr txBox="1"/>
          <p:nvPr>
            <p:ph idx="2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6" name="Google Shape;176;p19"/>
          <p:cNvSpPr txBox="1"/>
          <p:nvPr>
            <p:ph idx="2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1">
  <p:cSld name="CUSTOM_3">
    <p:bg>
      <p:bgPr>
        <a:solidFill>
          <a:schemeClr val="lt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0"/>
          <p:cNvGrpSpPr/>
          <p:nvPr/>
        </p:nvGrpSpPr>
        <p:grpSpPr>
          <a:xfrm>
            <a:off x="1108912" y="-888525"/>
            <a:ext cx="6928500" cy="6928500"/>
            <a:chOff x="1108912" y="-888525"/>
            <a:chExt cx="6928500" cy="6928500"/>
          </a:xfrm>
        </p:grpSpPr>
        <p:sp>
          <p:nvSpPr>
            <p:cNvPr id="179" name="Google Shape;179;p20"/>
            <p:cNvSpPr/>
            <p:nvPr/>
          </p:nvSpPr>
          <p:spPr>
            <a:xfrm flipH="1" rot="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0" name="Google Shape;180;p20"/>
            <p:cNvSpPr/>
            <p:nvPr/>
          </p:nvSpPr>
          <p:spPr>
            <a:xfrm rot="-5400000">
              <a:off x="1108912" y="-888525"/>
              <a:ext cx="6928500" cy="6928500"/>
            </a:xfrm>
            <a:prstGeom prst="arc">
              <a:avLst>
                <a:gd fmla="val 13322266" name="adj1"/>
                <a:gd fmla="val 19087432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1" name="Google Shape;181;p20"/>
            <p:cNvSpPr/>
            <p:nvPr/>
          </p:nvSpPr>
          <p:spPr>
            <a:xfrm rot="-5400000">
              <a:off x="1702778" y="-307275"/>
              <a:ext cx="5766000" cy="5766000"/>
            </a:xfrm>
            <a:prstGeom prst="arc">
              <a:avLst>
                <a:gd fmla="val 12406996" name="adj1"/>
                <a:gd fmla="val 2001719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2" name="Google Shape;182;p20"/>
            <p:cNvSpPr/>
            <p:nvPr/>
          </p:nvSpPr>
          <p:spPr>
            <a:xfrm flipH="1" rot="5400000">
              <a:off x="1690162" y="-307275"/>
              <a:ext cx="5766000" cy="5766000"/>
            </a:xfrm>
            <a:prstGeom prst="arc">
              <a:avLst>
                <a:gd fmla="val 12413905" name="adj1"/>
                <a:gd fmla="val 20023999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3" name="Google Shape;183;p20"/>
            <p:cNvSpPr/>
            <p:nvPr/>
          </p:nvSpPr>
          <p:spPr>
            <a:xfrm>
              <a:off x="1111750" y="227805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2535025" y="384000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6142273" y="4078071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86" name="Google Shape;186;p20"/>
            <p:cNvSpPr/>
            <p:nvPr/>
          </p:nvSpPr>
          <p:spPr>
            <a:xfrm>
              <a:off x="7262625" y="1194175"/>
              <a:ext cx="587400" cy="5874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87" name="Google Shape;187;p20"/>
          <p:cNvSpPr/>
          <p:nvPr/>
        </p:nvSpPr>
        <p:spPr>
          <a:xfrm>
            <a:off x="2296450" y="286150"/>
            <a:ext cx="4571100" cy="4571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8" name="Google Shape;188;p20"/>
          <p:cNvSpPr txBox="1"/>
          <p:nvPr>
            <p:ph idx="1" type="subTitle"/>
          </p:nvPr>
        </p:nvSpPr>
        <p:spPr>
          <a:xfrm>
            <a:off x="3212350" y="1345755"/>
            <a:ext cx="2719200" cy="23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0"/>
          <p:cNvSpPr txBox="1"/>
          <p:nvPr>
            <p:ph type="title"/>
          </p:nvPr>
        </p:nvSpPr>
        <p:spPr>
          <a:xfrm>
            <a:off x="2659075" y="1755300"/>
            <a:ext cx="3849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90" name="Google Shape;190;p2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91" name="Google Shape;191;p2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0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3" name="Google Shape;193;p20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- Alt 2">
  <p:cSld name="CUSTOM_6">
    <p:bg>
      <p:bgPr>
        <a:solidFill>
          <a:schemeClr val="dk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 txBox="1"/>
          <p:nvPr>
            <p:ph type="title"/>
          </p:nvPr>
        </p:nvSpPr>
        <p:spPr>
          <a:xfrm>
            <a:off x="436725" y="4094025"/>
            <a:ext cx="6272100" cy="587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196" name="Google Shape;196;p21"/>
          <p:cNvGrpSpPr/>
          <p:nvPr/>
        </p:nvGrpSpPr>
        <p:grpSpPr>
          <a:xfrm>
            <a:off x="-2117000" y="-4069732"/>
            <a:ext cx="11860804" cy="6909318"/>
            <a:chOff x="-2117000" y="-4069732"/>
            <a:chExt cx="11860804" cy="6909318"/>
          </a:xfrm>
        </p:grpSpPr>
        <p:sp>
          <p:nvSpPr>
            <p:cNvPr id="197" name="Google Shape;197;p21"/>
            <p:cNvSpPr/>
            <p:nvPr/>
          </p:nvSpPr>
          <p:spPr>
            <a:xfrm rot="5400000">
              <a:off x="-2117000" y="-4069732"/>
              <a:ext cx="6909300" cy="6909300"/>
            </a:xfrm>
            <a:prstGeom prst="arc">
              <a:avLst>
                <a:gd fmla="val 16801206" name="adj1"/>
                <a:gd fmla="val 138197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8" name="Google Shape;198;p21"/>
            <p:cNvSpPr/>
            <p:nvPr/>
          </p:nvSpPr>
          <p:spPr>
            <a:xfrm rot="5400000">
              <a:off x="-947044" y="-2903156"/>
              <a:ext cx="4569000" cy="4569300"/>
            </a:xfrm>
            <a:prstGeom prst="arc">
              <a:avLst>
                <a:gd fmla="val 17122104" name="adj1"/>
                <a:gd fmla="val 218012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99" name="Google Shape;199;p21"/>
            <p:cNvCxnSpPr/>
            <p:nvPr/>
          </p:nvCxnSpPr>
          <p:spPr>
            <a:xfrm rot="10800000">
              <a:off x="1342860" y="1664508"/>
              <a:ext cx="78027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0" name="Google Shape;200;p21"/>
            <p:cNvCxnSpPr/>
            <p:nvPr/>
          </p:nvCxnSpPr>
          <p:spPr>
            <a:xfrm rot="10800000">
              <a:off x="-3240" y="489535"/>
              <a:ext cx="91488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1" name="Google Shape;201;p21"/>
            <p:cNvSpPr/>
            <p:nvPr/>
          </p:nvSpPr>
          <p:spPr>
            <a:xfrm rot="10800000">
              <a:off x="8568704" y="489425"/>
              <a:ext cx="1175100" cy="1175100"/>
            </a:xfrm>
            <a:prstGeom prst="arc">
              <a:avLst>
                <a:gd fmla="val 16292481" name="adj1"/>
                <a:gd fmla="val 531496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755567" y="1664486"/>
              <a:ext cx="1175100" cy="1175100"/>
            </a:xfrm>
            <a:prstGeom prst="arc">
              <a:avLst>
                <a:gd fmla="val 16200000" name="adj1"/>
                <a:gd fmla="val 15996049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03" name="Google Shape;203;p21"/>
            <p:cNvSpPr/>
            <p:nvPr/>
          </p:nvSpPr>
          <p:spPr>
            <a:xfrm rot="5400000">
              <a:off x="3571223" y="-685459"/>
              <a:ext cx="1175100" cy="1175100"/>
            </a:xfrm>
            <a:prstGeom prst="arc">
              <a:avLst>
                <a:gd fmla="val 16691316" name="adj1"/>
                <a:gd fmla="val 4902631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04" name="Google Shape;204;p2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5" name="Google Shape;205;p2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6" name="Google Shape;206;p21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">
  <p:cSld name="CUSTOM_8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2"/>
          <p:cNvSpPr txBox="1"/>
          <p:nvPr>
            <p:ph idx="1" type="subTitle"/>
          </p:nvPr>
        </p:nvSpPr>
        <p:spPr>
          <a:xfrm>
            <a:off x="5066225" y="814799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0" name="Google Shape;210;p22"/>
          <p:cNvSpPr txBox="1"/>
          <p:nvPr>
            <p:ph type="title"/>
          </p:nvPr>
        </p:nvSpPr>
        <p:spPr>
          <a:xfrm>
            <a:off x="5066600" y="1213483"/>
            <a:ext cx="35523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11" name="Google Shape;211;p22"/>
          <p:cNvSpPr txBox="1"/>
          <p:nvPr>
            <p:ph idx="2" type="subTitle"/>
          </p:nvPr>
        </p:nvSpPr>
        <p:spPr>
          <a:xfrm>
            <a:off x="5066225" y="4125124"/>
            <a:ext cx="27192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idx="3" type="subTitle"/>
          </p:nvPr>
        </p:nvSpPr>
        <p:spPr>
          <a:xfrm>
            <a:off x="2423700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idx="4" type="subTitle"/>
          </p:nvPr>
        </p:nvSpPr>
        <p:spPr>
          <a:xfrm>
            <a:off x="2423700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22"/>
          <p:cNvSpPr txBox="1"/>
          <p:nvPr>
            <p:ph idx="5" type="subTitle"/>
          </p:nvPr>
        </p:nvSpPr>
        <p:spPr>
          <a:xfrm>
            <a:off x="436725" y="1344300"/>
            <a:ext cx="1619100" cy="75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22"/>
          <p:cNvSpPr txBox="1"/>
          <p:nvPr>
            <p:ph idx="6" type="subTitle"/>
          </p:nvPr>
        </p:nvSpPr>
        <p:spPr>
          <a:xfrm>
            <a:off x="436725" y="3090650"/>
            <a:ext cx="1619100" cy="750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22"/>
          <p:cNvSpPr txBox="1"/>
          <p:nvPr>
            <p:ph idx="7" type="subTitle"/>
          </p:nvPr>
        </p:nvSpPr>
        <p:spPr>
          <a:xfrm>
            <a:off x="2423700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22"/>
          <p:cNvSpPr txBox="1"/>
          <p:nvPr>
            <p:ph idx="8" type="subTitle"/>
          </p:nvPr>
        </p:nvSpPr>
        <p:spPr>
          <a:xfrm>
            <a:off x="436725" y="794135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8" name="Google Shape;218;p22"/>
          <p:cNvSpPr txBox="1"/>
          <p:nvPr>
            <p:ph idx="9" type="subTitle"/>
          </p:nvPr>
        </p:nvSpPr>
        <p:spPr>
          <a:xfrm>
            <a:off x="2423700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9" name="Google Shape;219;p22"/>
          <p:cNvSpPr txBox="1"/>
          <p:nvPr>
            <p:ph idx="13" type="subTitle"/>
          </p:nvPr>
        </p:nvSpPr>
        <p:spPr>
          <a:xfrm>
            <a:off x="436725" y="4256460"/>
            <a:ext cx="1619100" cy="3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20" name="Google Shape;220;p2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1" name="Google Shape;221;p2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2" name="Google Shape;222;p22"/>
          <p:cNvSpPr txBox="1"/>
          <p:nvPr>
            <p:ph idx="14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3" name="Google Shape;223;p22"/>
          <p:cNvSpPr txBox="1"/>
          <p:nvPr>
            <p:ph idx="15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1">
  <p:cSld name="CUSTOM_8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idx="1" type="subTitle"/>
          </p:nvPr>
        </p:nvSpPr>
        <p:spPr>
          <a:xfrm>
            <a:off x="6446974" y="814800"/>
            <a:ext cx="2232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6" name="Google Shape;226;p23"/>
          <p:cNvSpPr txBox="1"/>
          <p:nvPr>
            <p:ph type="title"/>
          </p:nvPr>
        </p:nvSpPr>
        <p:spPr>
          <a:xfrm>
            <a:off x="6447214" y="1213484"/>
            <a:ext cx="2232000" cy="1927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27" name="Google Shape;227;p23"/>
          <p:cNvSpPr txBox="1"/>
          <p:nvPr>
            <p:ph idx="2" type="subTitle"/>
          </p:nvPr>
        </p:nvSpPr>
        <p:spPr>
          <a:xfrm>
            <a:off x="6446978" y="4125125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8" name="Google Shape;228;p23"/>
          <p:cNvSpPr txBox="1"/>
          <p:nvPr>
            <p:ph idx="3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9" name="Google Shape;229;p23"/>
          <p:cNvSpPr txBox="1"/>
          <p:nvPr>
            <p:ph idx="4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1" name="Google Shape;231;p2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3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23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2">
  <p:cSld name="CUSTOM_8_1_1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idx="1" type="subTitle"/>
          </p:nvPr>
        </p:nvSpPr>
        <p:spPr>
          <a:xfrm>
            <a:off x="4366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2" type="subTitle"/>
          </p:nvPr>
        </p:nvSpPr>
        <p:spPr>
          <a:xfrm>
            <a:off x="3027400" y="3909000"/>
            <a:ext cx="1708500" cy="77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237" name="Google Shape;237;p24"/>
          <p:cNvGrpSpPr/>
          <p:nvPr/>
        </p:nvGrpSpPr>
        <p:grpSpPr>
          <a:xfrm flipH="1">
            <a:off x="5903161" y="2597462"/>
            <a:ext cx="6916230" cy="6916230"/>
            <a:chOff x="-3059650" y="1891300"/>
            <a:chExt cx="7160400" cy="7160400"/>
          </a:xfrm>
        </p:grpSpPr>
        <p:sp>
          <p:nvSpPr>
            <p:cNvPr id="238" name="Google Shape;238;p24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21393444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39" name="Google Shape;239;p24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21289676" name="adj2"/>
              </a:avLst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240" name="Google Shape;240;p24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241" name="Google Shape;241;p24"/>
          <p:cNvSpPr txBox="1"/>
          <p:nvPr>
            <p:ph idx="3" type="subTitle"/>
          </p:nvPr>
        </p:nvSpPr>
        <p:spPr>
          <a:xfrm>
            <a:off x="6446978" y="814800"/>
            <a:ext cx="17085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24"/>
          <p:cNvSpPr txBox="1"/>
          <p:nvPr>
            <p:ph type="title"/>
          </p:nvPr>
        </p:nvSpPr>
        <p:spPr>
          <a:xfrm>
            <a:off x="6447225" y="1213482"/>
            <a:ext cx="22320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43" name="Google Shape;243;p24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24"/>
          <p:cNvSpPr txBox="1"/>
          <p:nvPr>
            <p:ph idx="4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4"/>
          <p:cNvSpPr txBox="1"/>
          <p:nvPr>
            <p:ph idx="5"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6" type="subTitle"/>
          </p:nvPr>
        </p:nvSpPr>
        <p:spPr>
          <a:xfrm>
            <a:off x="436725" y="1961991"/>
            <a:ext cx="41823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7" type="subTitle"/>
          </p:nvPr>
        </p:nvSpPr>
        <p:spPr>
          <a:xfrm>
            <a:off x="436725" y="3205792"/>
            <a:ext cx="41823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8" type="subTitle"/>
          </p:nvPr>
        </p:nvSpPr>
        <p:spPr>
          <a:xfrm>
            <a:off x="4367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9" type="subTitle"/>
          </p:nvPr>
        </p:nvSpPr>
        <p:spPr>
          <a:xfrm>
            <a:off x="3027525" y="368670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50" name="Google Shape;250;p24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1" name="Google Shape;251;p2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" name="Google Shape;252;p24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" name="Google Shape;253;p24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3">
  <p:cSld name="CUSTOM_8_1_1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5"/>
          <p:cNvSpPr txBox="1"/>
          <p:nvPr>
            <p:ph idx="1" type="subTitle"/>
          </p:nvPr>
        </p:nvSpPr>
        <p:spPr>
          <a:xfrm>
            <a:off x="6446974" y="814800"/>
            <a:ext cx="2220000" cy="24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25"/>
          <p:cNvSpPr txBox="1"/>
          <p:nvPr>
            <p:ph idx="2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25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58" name="Google Shape;258;p25"/>
          <p:cNvSpPr txBox="1"/>
          <p:nvPr>
            <p:ph idx="3" type="subTitle"/>
          </p:nvPr>
        </p:nvSpPr>
        <p:spPr>
          <a:xfrm>
            <a:off x="436725" y="1961998"/>
            <a:ext cx="4182300" cy="8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59" name="Google Shape;259;p25"/>
          <p:cNvSpPr txBox="1"/>
          <p:nvPr>
            <p:ph idx="4" type="subTitle"/>
          </p:nvPr>
        </p:nvSpPr>
        <p:spPr>
          <a:xfrm>
            <a:off x="436725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60" name="Google Shape;260;p25"/>
          <p:cNvSpPr txBox="1"/>
          <p:nvPr>
            <p:ph idx="5" type="subTitle"/>
          </p:nvPr>
        </p:nvSpPr>
        <p:spPr>
          <a:xfrm>
            <a:off x="436725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1" name="Google Shape;261;p25"/>
          <p:cNvSpPr txBox="1"/>
          <p:nvPr>
            <p:ph idx="6" type="subTitle"/>
          </p:nvPr>
        </p:nvSpPr>
        <p:spPr>
          <a:xfrm>
            <a:off x="3472800" y="3219125"/>
            <a:ext cx="2186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62" name="Google Shape;262;p25"/>
          <p:cNvSpPr txBox="1"/>
          <p:nvPr>
            <p:ph idx="7" type="subTitle"/>
          </p:nvPr>
        </p:nvSpPr>
        <p:spPr>
          <a:xfrm>
            <a:off x="3472800" y="3706675"/>
            <a:ext cx="2186400" cy="105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63" name="Google Shape;263;p25"/>
          <p:cNvSpPr txBox="1"/>
          <p:nvPr>
            <p:ph idx="8" type="subTitle"/>
          </p:nvPr>
        </p:nvSpPr>
        <p:spPr>
          <a:xfrm>
            <a:off x="6702724" y="1605750"/>
            <a:ext cx="17085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64" name="Google Shape;264;p25"/>
          <p:cNvSpPr txBox="1"/>
          <p:nvPr>
            <p:ph idx="9" type="subTitle"/>
          </p:nvPr>
        </p:nvSpPr>
        <p:spPr>
          <a:xfrm>
            <a:off x="6702724" y="1751007"/>
            <a:ext cx="1708500" cy="83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5" name="Google Shape;265;p25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6" name="Google Shape;266;p2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25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8" name="Google Shape;268;p25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CUSTOM">
    <p:bg>
      <p:bgPr>
        <a:solidFill>
          <a:schemeClr val="dk2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/>
          <p:nvPr/>
        </p:nvSpPr>
        <p:spPr>
          <a:xfrm>
            <a:off x="6411926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436801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3487789" y="2539080"/>
            <a:ext cx="495900" cy="495600"/>
          </a:xfrm>
          <a:prstGeom prst="ellipse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3" name="Google Shape;273;p26"/>
          <p:cNvSpPr txBox="1"/>
          <p:nvPr>
            <p:ph idx="1" type="subTitle"/>
          </p:nvPr>
        </p:nvSpPr>
        <p:spPr>
          <a:xfrm>
            <a:off x="436725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p26"/>
          <p:cNvSpPr txBox="1"/>
          <p:nvPr>
            <p:ph idx="2" type="subTitle"/>
          </p:nvPr>
        </p:nvSpPr>
        <p:spPr>
          <a:xfrm>
            <a:off x="349045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5" name="Google Shape;275;p26"/>
          <p:cNvSpPr txBox="1"/>
          <p:nvPr>
            <p:ph idx="3" type="subTitle"/>
          </p:nvPr>
        </p:nvSpPr>
        <p:spPr>
          <a:xfrm>
            <a:off x="6424500" y="3189775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6" name="Google Shape;276;p26"/>
          <p:cNvSpPr txBox="1"/>
          <p:nvPr>
            <p:ph idx="4" type="subTitle"/>
          </p:nvPr>
        </p:nvSpPr>
        <p:spPr>
          <a:xfrm>
            <a:off x="436725" y="814797"/>
            <a:ext cx="27192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7" name="Google Shape;277;p26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8" name="Google Shape;278;p26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79" name="Google Shape;279;p2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0" name="Google Shape;280;p26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1" name="Google Shape;281;p26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26"/>
          <p:cNvSpPr txBox="1"/>
          <p:nvPr>
            <p:ph idx="7" type="body"/>
          </p:nvPr>
        </p:nvSpPr>
        <p:spPr>
          <a:xfrm>
            <a:off x="436800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26"/>
          <p:cNvSpPr txBox="1"/>
          <p:nvPr>
            <p:ph idx="8" type="body"/>
          </p:nvPr>
        </p:nvSpPr>
        <p:spPr>
          <a:xfrm>
            <a:off x="3490438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" name="Google Shape;284;p26"/>
          <p:cNvSpPr txBox="1"/>
          <p:nvPr>
            <p:ph idx="9" type="body"/>
          </p:nvPr>
        </p:nvSpPr>
        <p:spPr>
          <a:xfrm>
            <a:off x="6411925" y="3844323"/>
            <a:ext cx="2366700" cy="83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">
  <p:cSld name="CUSTOM_7">
    <p:bg>
      <p:bgPr>
        <a:solidFill>
          <a:schemeClr val="dk2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7"/>
          <p:cNvSpPr txBox="1"/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7" name="Google Shape;287;p27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8" name="Google Shape;288;p2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9" name="Google Shape;289;p27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27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CUSTOM_1">
    <p:bg>
      <p:bgPr>
        <a:solidFill>
          <a:schemeClr val="dk2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43672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43672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3431950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6" name="Google Shape;296;p28"/>
          <p:cNvSpPr txBox="1"/>
          <p:nvPr>
            <p:ph idx="4" type="subTitle"/>
          </p:nvPr>
        </p:nvSpPr>
        <p:spPr>
          <a:xfrm>
            <a:off x="3431950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7" name="Google Shape;297;p28"/>
          <p:cNvSpPr txBox="1"/>
          <p:nvPr>
            <p:ph idx="5" type="subTitle"/>
          </p:nvPr>
        </p:nvSpPr>
        <p:spPr>
          <a:xfrm>
            <a:off x="6368675" y="2484131"/>
            <a:ext cx="23667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8" name="Google Shape;298;p28"/>
          <p:cNvSpPr txBox="1"/>
          <p:nvPr>
            <p:ph idx="6" type="subTitle"/>
          </p:nvPr>
        </p:nvSpPr>
        <p:spPr>
          <a:xfrm>
            <a:off x="6368675" y="3828397"/>
            <a:ext cx="23667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99" name="Google Shape;299;p28"/>
          <p:cNvSpPr txBox="1"/>
          <p:nvPr>
            <p:ph idx="7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0" name="Google Shape;300;p28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01" name="Google Shape;301;p2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2" name="Google Shape;302;p28"/>
          <p:cNvSpPr txBox="1"/>
          <p:nvPr>
            <p:ph idx="8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3" name="Google Shape;303;p28"/>
          <p:cNvSpPr txBox="1"/>
          <p:nvPr>
            <p:ph idx="9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4" name="Google Shape;304;p28"/>
          <p:cNvSpPr txBox="1"/>
          <p:nvPr>
            <p:ph idx="13" type="body"/>
          </p:nvPr>
        </p:nvSpPr>
        <p:spPr>
          <a:xfrm>
            <a:off x="436800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28"/>
          <p:cNvSpPr txBox="1"/>
          <p:nvPr>
            <p:ph idx="14" type="body"/>
          </p:nvPr>
        </p:nvSpPr>
        <p:spPr>
          <a:xfrm>
            <a:off x="3490438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6" name="Google Shape;306;p28"/>
          <p:cNvSpPr txBox="1"/>
          <p:nvPr>
            <p:ph idx="15" type="body"/>
          </p:nvPr>
        </p:nvSpPr>
        <p:spPr>
          <a:xfrm>
            <a:off x="6411925" y="4347850"/>
            <a:ext cx="23667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4">
  <p:cSld name="CUSTOM_9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9"/>
          <p:cNvSpPr txBox="1"/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" name="Google Shape;309;p29"/>
          <p:cNvSpPr txBox="1"/>
          <p:nvPr>
            <p:ph idx="1" type="subTitle"/>
          </p:nvPr>
        </p:nvSpPr>
        <p:spPr>
          <a:xfrm>
            <a:off x="436725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9"/>
          <p:cNvSpPr txBox="1"/>
          <p:nvPr>
            <p:ph idx="2" type="subTitle"/>
          </p:nvPr>
        </p:nvSpPr>
        <p:spPr>
          <a:xfrm>
            <a:off x="33602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9"/>
          <p:cNvSpPr txBox="1"/>
          <p:nvPr>
            <p:ph idx="3" type="subTitle"/>
          </p:nvPr>
        </p:nvSpPr>
        <p:spPr>
          <a:xfrm>
            <a:off x="6420029" y="4173075"/>
            <a:ext cx="2451300" cy="51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9"/>
          <p:cNvSpPr txBox="1"/>
          <p:nvPr>
            <p:ph idx="4" type="subTitle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9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4" name="Google Shape;314;p2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5" name="Google Shape;315;p29"/>
          <p:cNvSpPr txBox="1"/>
          <p:nvPr>
            <p:ph idx="5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6" name="Google Shape;316;p29"/>
          <p:cNvSpPr txBox="1"/>
          <p:nvPr>
            <p:ph idx="6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6">
  <p:cSld name="CUSTOM_11">
    <p:bg>
      <p:bgPr>
        <a:solidFill>
          <a:schemeClr val="lt2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/>
          <p:nvPr>
            <p:ph idx="1" type="subTitle"/>
          </p:nvPr>
        </p:nvSpPr>
        <p:spPr>
          <a:xfrm>
            <a:off x="6600775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9" name="Google Shape;319;p30"/>
          <p:cNvSpPr txBox="1"/>
          <p:nvPr>
            <p:ph idx="2" type="body"/>
          </p:nvPr>
        </p:nvSpPr>
        <p:spPr>
          <a:xfrm>
            <a:off x="3479850" y="4132200"/>
            <a:ext cx="2271000" cy="778200"/>
          </a:xfrm>
          <a:prstGeom prst="rect">
            <a:avLst/>
          </a:prstGeom>
        </p:spPr>
        <p:txBody>
          <a:bodyPr anchorCtr="0" anchor="b" bIns="91425" lIns="0" spcFirstLastPara="1" rIns="0" wrap="square" tIns="0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0" name="Google Shape;320;p30"/>
          <p:cNvSpPr txBox="1"/>
          <p:nvPr>
            <p:ph idx="3" type="subTitle"/>
          </p:nvPr>
        </p:nvSpPr>
        <p:spPr>
          <a:xfrm>
            <a:off x="440575" y="2672701"/>
            <a:ext cx="23667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1" name="Google Shape;321;p30"/>
          <p:cNvSpPr txBox="1"/>
          <p:nvPr>
            <p:ph idx="4" type="body"/>
          </p:nvPr>
        </p:nvSpPr>
        <p:spPr>
          <a:xfrm>
            <a:off x="436800" y="3140767"/>
            <a:ext cx="2366700" cy="17715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2" name="Google Shape;322;p30"/>
          <p:cNvSpPr txBox="1"/>
          <p:nvPr>
            <p:ph idx="5" type="subTitle"/>
          </p:nvPr>
        </p:nvSpPr>
        <p:spPr>
          <a:xfrm>
            <a:off x="3633300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3" name="Google Shape;323;p30"/>
          <p:cNvSpPr txBox="1"/>
          <p:nvPr>
            <p:ph idx="6" type="subTitle"/>
          </p:nvPr>
        </p:nvSpPr>
        <p:spPr>
          <a:xfrm>
            <a:off x="6600775" y="3251650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4" name="Google Shape;324;p30"/>
          <p:cNvSpPr txBox="1"/>
          <p:nvPr>
            <p:ph idx="7" type="subTitle"/>
          </p:nvPr>
        </p:nvSpPr>
        <p:spPr>
          <a:xfrm>
            <a:off x="6600775" y="4569325"/>
            <a:ext cx="18774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5" name="Google Shape;325;p30"/>
          <p:cNvSpPr txBox="1"/>
          <p:nvPr>
            <p:ph idx="8" type="subTitle"/>
          </p:nvPr>
        </p:nvSpPr>
        <p:spPr>
          <a:xfrm>
            <a:off x="3633300" y="2561222"/>
            <a:ext cx="1877400" cy="48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30"/>
          <p:cNvSpPr txBox="1"/>
          <p:nvPr>
            <p:ph idx="9" type="subTitle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7" name="Google Shape;327;p30"/>
          <p:cNvSpPr txBox="1"/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8" name="Google Shape;328;p30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9" name="Google Shape;329;p3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0" name="Google Shape;330;p30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1" name="Google Shape;331;p30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screen - Alt 8">
  <p:cSld name="CUSTOM_11_1_1">
    <p:bg>
      <p:bgPr>
        <a:solidFill>
          <a:schemeClr val="dk2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3" name="Google Shape;333;p31"/>
          <p:cNvCxnSpPr/>
          <p:nvPr/>
        </p:nvCxnSpPr>
        <p:spPr>
          <a:xfrm>
            <a:off x="3146975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1"/>
          <p:cNvSpPr txBox="1"/>
          <p:nvPr>
            <p:ph idx="1" type="subTitle"/>
          </p:nvPr>
        </p:nvSpPr>
        <p:spPr>
          <a:xfrm>
            <a:off x="436725" y="814800"/>
            <a:ext cx="23019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5" name="Google Shape;335;p31"/>
          <p:cNvSpPr txBox="1"/>
          <p:nvPr>
            <p:ph type="title"/>
          </p:nvPr>
        </p:nvSpPr>
        <p:spPr>
          <a:xfrm>
            <a:off x="436725" y="1231825"/>
            <a:ext cx="2301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6" name="Google Shape;336;p31"/>
          <p:cNvSpPr txBox="1"/>
          <p:nvPr>
            <p:ph idx="2" type="subTitle"/>
          </p:nvPr>
        </p:nvSpPr>
        <p:spPr>
          <a:xfrm>
            <a:off x="3687450" y="8148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37" name="Google Shape;337;p31"/>
          <p:cNvSpPr txBox="1"/>
          <p:nvPr>
            <p:ph idx="3" type="subTitle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38" name="Google Shape;338;p31"/>
          <p:cNvSpPr txBox="1"/>
          <p:nvPr>
            <p:ph idx="4" type="subTitle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39" name="Google Shape;339;p31"/>
          <p:cNvSpPr txBox="1"/>
          <p:nvPr>
            <p:ph idx="5" type="subTitle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0" name="Google Shape;340;p31"/>
          <p:cNvSpPr txBox="1"/>
          <p:nvPr>
            <p:ph idx="6" type="subTitle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7" type="subTitle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2" name="Google Shape;342;p31"/>
          <p:cNvSpPr txBox="1"/>
          <p:nvPr>
            <p:ph idx="8" type="subTitle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9" type="subTitle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/>
        </p:txBody>
      </p:sp>
      <p:grpSp>
        <p:nvGrpSpPr>
          <p:cNvPr id="344" name="Google Shape;344;p31"/>
          <p:cNvGrpSpPr/>
          <p:nvPr/>
        </p:nvGrpSpPr>
        <p:grpSpPr>
          <a:xfrm>
            <a:off x="-2496534" y="3870995"/>
            <a:ext cx="6226684" cy="6226684"/>
            <a:chOff x="-3059650" y="1891300"/>
            <a:chExt cx="7160400" cy="7160400"/>
          </a:xfrm>
        </p:grpSpPr>
        <p:sp>
          <p:nvSpPr>
            <p:cNvPr id="345" name="Google Shape;345;p31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8371962" name="adj1"/>
                <a:gd fmla="val 69257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46" name="Google Shape;346;p31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20003341" name="adj1"/>
                <a:gd fmla="val 1051650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47" name="Google Shape;347;p31"/>
            <p:cNvSpPr/>
            <p:nvPr/>
          </p:nvSpPr>
          <p:spPr>
            <a:xfrm>
              <a:off x="558070" y="1959534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348" name="Google Shape;348;p31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49" name="Google Shape;349;p3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0" name="Google Shape;350;p31"/>
          <p:cNvSpPr txBox="1"/>
          <p:nvPr>
            <p:ph idx="13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1" name="Google Shape;351;p31"/>
          <p:cNvSpPr txBox="1"/>
          <p:nvPr>
            <p:ph idx="14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- Alt 1">
  <p:cSld name="CUSTOM_12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"/>
          <p:cNvSpPr txBox="1"/>
          <p:nvPr>
            <p:ph type="title"/>
          </p:nvPr>
        </p:nvSpPr>
        <p:spPr>
          <a:xfrm>
            <a:off x="436725" y="1856744"/>
            <a:ext cx="4182300" cy="172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54" name="Google Shape;354;p32"/>
          <p:cNvSpPr txBox="1"/>
          <p:nvPr>
            <p:ph idx="1" type="subTitle"/>
          </p:nvPr>
        </p:nvSpPr>
        <p:spPr>
          <a:xfrm>
            <a:off x="436725" y="4040806"/>
            <a:ext cx="4346700" cy="45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55" name="Google Shape;355;p32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56" name="Google Shape;356;p32"/>
          <p:cNvGrpSpPr/>
          <p:nvPr/>
        </p:nvGrpSpPr>
        <p:grpSpPr>
          <a:xfrm>
            <a:off x="4617928" y="-2295175"/>
            <a:ext cx="8097623" cy="8097300"/>
            <a:chOff x="4617928" y="-2295175"/>
            <a:chExt cx="8097623" cy="8097300"/>
          </a:xfrm>
        </p:grpSpPr>
        <p:sp>
          <p:nvSpPr>
            <p:cNvPr id="357" name="Google Shape;357;p32"/>
            <p:cNvSpPr/>
            <p:nvPr/>
          </p:nvSpPr>
          <p:spPr>
            <a:xfrm rot="10800000">
              <a:off x="7966809" y="4424636"/>
              <a:ext cx="1375200" cy="1375500"/>
            </a:xfrm>
            <a:prstGeom prst="arc">
              <a:avLst>
                <a:gd fmla="val 21412732" name="adj1"/>
                <a:gd fmla="val 8118525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58" name="Google Shape;358;p32"/>
            <p:cNvSpPr/>
            <p:nvPr/>
          </p:nvSpPr>
          <p:spPr>
            <a:xfrm rot="10800000">
              <a:off x="4617928" y="981337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59" name="Google Shape;359;p32"/>
            <p:cNvSpPr/>
            <p:nvPr/>
          </p:nvSpPr>
          <p:spPr>
            <a:xfrm rot="10800000">
              <a:off x="6503978" y="2402224"/>
              <a:ext cx="1377000" cy="13770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60" name="Google Shape;360;p32"/>
            <p:cNvSpPr/>
            <p:nvPr/>
          </p:nvSpPr>
          <p:spPr>
            <a:xfrm rot="10800000">
              <a:off x="4618250" y="-2295175"/>
              <a:ext cx="8097300" cy="8097300"/>
            </a:xfrm>
            <a:prstGeom prst="arc">
              <a:avLst>
                <a:gd fmla="val 18189000" name="adj1"/>
                <a:gd fmla="val 1542736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61" name="Google Shape;361;p32"/>
            <p:cNvSpPr/>
            <p:nvPr/>
          </p:nvSpPr>
          <p:spPr>
            <a:xfrm rot="10800000">
              <a:off x="7371951" y="458150"/>
              <a:ext cx="2590200" cy="2590500"/>
            </a:xfrm>
            <a:prstGeom prst="arc">
              <a:avLst>
                <a:gd fmla="val 14906789" name="adj1"/>
                <a:gd fmla="val 669075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62" name="Google Shape;362;p32"/>
            <p:cNvSpPr/>
            <p:nvPr/>
          </p:nvSpPr>
          <p:spPr>
            <a:xfrm rot="10800000">
              <a:off x="5993840" y="-923950"/>
              <a:ext cx="5354400" cy="5354700"/>
            </a:xfrm>
            <a:prstGeom prst="arc">
              <a:avLst>
                <a:gd fmla="val 15584619" name="adj1"/>
                <a:gd fmla="val 2466172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63" name="Google Shape;363;p3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4" name="Google Shape;364;p32"/>
          <p:cNvSpPr txBox="1"/>
          <p:nvPr>
            <p:ph idx="2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5" name="Google Shape;365;p32"/>
          <p:cNvSpPr txBox="1"/>
          <p:nvPr>
            <p:ph idx="3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6_1"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3"/>
          <p:cNvSpPr txBox="1"/>
          <p:nvPr>
            <p:ph type="title"/>
          </p:nvPr>
        </p:nvSpPr>
        <p:spPr>
          <a:xfrm>
            <a:off x="436725" y="2781949"/>
            <a:ext cx="4182300" cy="784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/>
        </p:txBody>
      </p:sp>
      <p:sp>
        <p:nvSpPr>
          <p:cNvPr id="368" name="Google Shape;368;p33"/>
          <p:cNvSpPr txBox="1"/>
          <p:nvPr>
            <p:ph idx="12" type="sldNum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indent="-5080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9" name="Google Shape;369;p3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33"/>
          <p:cNvSpPr txBox="1"/>
          <p:nvPr>
            <p:ph idx="1" type="subTitle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1" name="Google Shape;371;p33"/>
          <p:cNvSpPr txBox="1"/>
          <p:nvPr>
            <p:ph idx="2" type="subTitle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372" name="Google Shape;372;p33"/>
          <p:cNvGrpSpPr/>
          <p:nvPr/>
        </p:nvGrpSpPr>
        <p:grpSpPr>
          <a:xfrm rot="10800000">
            <a:off x="4618955" y="-4359904"/>
            <a:ext cx="6916230" cy="6916230"/>
            <a:chOff x="-3059650" y="1891300"/>
            <a:chExt cx="7160400" cy="7160400"/>
          </a:xfrm>
        </p:grpSpPr>
        <p:sp>
          <p:nvSpPr>
            <p:cNvPr id="373" name="Google Shape;373;p33"/>
            <p:cNvSpPr/>
            <p:nvPr/>
          </p:nvSpPr>
          <p:spPr>
            <a:xfrm flipH="1" rot="5400000">
              <a:off x="-3059650" y="1891300"/>
              <a:ext cx="7160400" cy="7160400"/>
            </a:xfrm>
            <a:prstGeom prst="arc">
              <a:avLst>
                <a:gd fmla="val 17100715" name="adj1"/>
                <a:gd fmla="val 1072228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74" name="Google Shape;374;p33"/>
            <p:cNvSpPr/>
            <p:nvPr/>
          </p:nvSpPr>
          <p:spPr>
            <a:xfrm flipH="1" rot="5400000">
              <a:off x="-1851199" y="3109695"/>
              <a:ext cx="4734900" cy="4735200"/>
            </a:xfrm>
            <a:prstGeom prst="arc">
              <a:avLst>
                <a:gd fmla="val 17607113" name="adj1"/>
                <a:gd fmla="val 1658044" name="adj2"/>
              </a:avLst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75" name="Google Shape;375;p33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76" name="Google Shape;376;p33"/>
          <p:cNvCxnSpPr/>
          <p:nvPr/>
        </p:nvCxnSpPr>
        <p:spPr>
          <a:xfrm>
            <a:off x="0" y="2553350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7" name="Google Shape;377;p33"/>
          <p:cNvSpPr txBox="1"/>
          <p:nvPr>
            <p:ph idx="3" type="subTitle"/>
          </p:nvPr>
        </p:nvSpPr>
        <p:spPr>
          <a:xfrm>
            <a:off x="436725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78" name="Google Shape;378;p33"/>
          <p:cNvSpPr txBox="1"/>
          <p:nvPr>
            <p:ph idx="4" type="subTitle"/>
          </p:nvPr>
        </p:nvSpPr>
        <p:spPr>
          <a:xfrm>
            <a:off x="4980750" y="3675175"/>
            <a:ext cx="3813000" cy="73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381" name="Google Shape;381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6" name="Google Shape;386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9" name="Google Shape;389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0" name="Google Shape;390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95" name="Google Shape;395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400" name="Google Shape;400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1" name="Google Shape;401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406" name="Google Shape;406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0" name="Google Shape;410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1" name="Google Shape;411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2" name="Google Shape;412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3" name="Google Shape;413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4" name="Google Shape;414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5" name="Google Shape;415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8" name="Google Shape;418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19" name="Google Shape;419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22" name="Google Shape;422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3" name="Google Shape;423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4" name="Google Shape;424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5" name="Google Shape;425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8" name="Google Shape;428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29" name="Google Shape;429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30" name="Google Shape;430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1" name="Google Shape;431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2" name="Google Shape;432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33" name="Google Shape;433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6" name="Google Shape;436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7" name="Google Shape;437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8" name="Google Shape;438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39" name="Google Shape;439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440" name="Google Shape;440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1" name="Google Shape;441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2" name="Google Shape;442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43" name="Google Shape;443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6" name="Google Shape;446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49" name="Google Shape;449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51" name="Google Shape;451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2" name="Google Shape;4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3" name="Google Shape;453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4" name="Google Shape;454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7" name="Google Shape;457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0" name="Google Shape;460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2" name="Google Shape;46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3" name="Google Shape;463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4" name="Google Shape;464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65" name="Google Shape;465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1" name="Google Shape;471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2" name="Google Shape;472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3" name="Google Shape;473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4" name="Google Shape;474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5" name="Google Shape;475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6" name="Google Shape;476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7" name="Google Shape;477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78" name="Google Shape;478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436725" y="2144775"/>
            <a:ext cx="4088400" cy="2767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4113250" y="2215425"/>
            <a:ext cx="3834600" cy="251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459">
          <p15:clr>
            <a:srgbClr val="00FFFF"/>
          </p15:clr>
        </p15:guide>
        <p15:guide id="2" pos="275">
          <p15:clr>
            <a:srgbClr val="00FFFF"/>
          </p15:clr>
        </p15:guide>
        <p15:guide id="3" orient="horz" pos="144">
          <p15:clr>
            <a:srgbClr val="00FFFF"/>
          </p15:clr>
        </p15:guide>
        <p15:guide id="4" orient="horz" pos="3094">
          <p15:clr>
            <a:srgbClr val="00FFFF"/>
          </p15:clr>
        </p15:guide>
        <p15:guide id="5" pos="2850">
          <p15:clr>
            <a:srgbClr val="00FFFF"/>
          </p15:clr>
        </p15:guide>
        <p15:guide id="6" pos="2910">
          <p15:clr>
            <a:srgbClr val="00FFFF"/>
          </p15:clr>
        </p15:guide>
        <p15:guide id="7" pos="1468">
          <p15:clr>
            <a:srgbClr val="00FFFF"/>
          </p15:clr>
        </p15:guide>
        <p15:guide id="8" pos="1527">
          <p15:clr>
            <a:srgbClr val="00FFFF"/>
          </p15:clr>
        </p15:guide>
        <p15:guide id="9" pos="4226">
          <p15:clr>
            <a:srgbClr val="00FFFF"/>
          </p15:clr>
        </p15:guide>
        <p15:guide id="10" pos="4285">
          <p15:clr>
            <a:srgbClr val="00FFFF"/>
          </p15:clr>
        </p15:guide>
        <p15:guide id="11" pos="3773">
          <p15:clr>
            <a:srgbClr val="00FFFF"/>
          </p15:clr>
        </p15:guide>
        <p15:guide id="12" pos="3830">
          <p15:clr>
            <a:srgbClr val="00FFFF"/>
          </p15:clr>
        </p15:guide>
        <p15:guide id="13" pos="1930">
          <p15:clr>
            <a:srgbClr val="00FFFF"/>
          </p15:clr>
        </p15:guide>
        <p15:guide id="14" pos="1987">
          <p15:clr>
            <a:srgbClr val="00FFFF"/>
          </p15:clr>
        </p15:guide>
        <p15:guide id="15" orient="horz" pos="288">
          <p15:clr>
            <a:srgbClr val="00FFFF"/>
          </p15:clr>
        </p15:guide>
        <p15:guide id="16" orient="horz" pos="2950">
          <p15:clr>
            <a:srgbClr val="00FFFF"/>
          </p15:clr>
        </p15:guide>
        <p15:guide id="17" orient="horz" pos="1135">
          <p15:clr>
            <a:srgbClr val="00FFFF"/>
          </p15:clr>
        </p15:guide>
        <p15:guide id="18" orient="horz" pos="1194">
          <p15:clr>
            <a:srgbClr val="00FFFF"/>
          </p15:clr>
        </p15:guide>
        <p15:guide id="19" orient="horz" pos="2043">
          <p15:clr>
            <a:srgbClr val="00FFFF"/>
          </p15:clr>
        </p15:guide>
        <p15:guide id="20" orient="horz" pos="2103">
          <p15:clr>
            <a:srgbClr val="00FFFF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55"/>
          <p:cNvSpPr txBox="1"/>
          <p:nvPr>
            <p:ph type="title"/>
          </p:nvPr>
        </p:nvSpPr>
        <p:spPr>
          <a:xfrm>
            <a:off x="436725" y="713747"/>
            <a:ext cx="4182300" cy="844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6</a:t>
            </a:r>
            <a:endParaRPr/>
          </a:p>
        </p:txBody>
      </p:sp>
      <p:sp>
        <p:nvSpPr>
          <p:cNvPr id="484" name="Google Shape;484;p55"/>
          <p:cNvSpPr txBox="1"/>
          <p:nvPr/>
        </p:nvSpPr>
        <p:spPr>
          <a:xfrm>
            <a:off x="389700" y="2158000"/>
            <a:ext cx="59232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</a:rPr>
              <a:t>Agentic AI for Image Classification</a:t>
            </a:r>
            <a:endParaRPr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6"/>
          <p:cNvSpPr txBox="1"/>
          <p:nvPr>
            <p:ph type="title"/>
          </p:nvPr>
        </p:nvSpPr>
        <p:spPr>
          <a:xfrm>
            <a:off x="153625" y="73150"/>
            <a:ext cx="8873400" cy="4908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Objective: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Design a multi-agent system where two image classification models are treated as independent agents and evaluated by a third “Judge” agent.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Agents Implemented: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CNN-CIFAR Agent (custom CNN)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RESNET-CIFAR Agent (ResNet-style architecture)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Judge Agent (evaluation &amp; comparison)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Goal: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Compare model performance in terms of: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Accuracy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Inference latency</a:t>
            </a:r>
            <a:br>
              <a:rPr lang="en" sz="1300">
                <a:latin typeface="Arial"/>
                <a:ea typeface="Arial"/>
                <a:cs typeface="Arial"/>
                <a:sym typeface="Arial"/>
              </a:rPr>
            </a:b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latin typeface="Arial"/>
                <a:ea typeface="Arial"/>
                <a:cs typeface="Arial"/>
                <a:sym typeface="Arial"/>
              </a:rPr>
              <a:t>Prediction behavior</a:t>
            </a:r>
            <a:endParaRPr sz="4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57"/>
          <p:cNvSpPr txBox="1"/>
          <p:nvPr>
            <p:ph type="title"/>
          </p:nvPr>
        </p:nvSpPr>
        <p:spPr>
          <a:xfrm>
            <a:off x="49800" y="647850"/>
            <a:ext cx="4747800" cy="1389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Multi-Agent Architecture Design</a:t>
            </a:r>
            <a:endParaRPr/>
          </a:p>
        </p:txBody>
      </p:sp>
      <p:sp>
        <p:nvSpPr>
          <p:cNvPr id="495" name="Google Shape;495;p57"/>
          <p:cNvSpPr txBox="1"/>
          <p:nvPr>
            <p:ph idx="2" type="body"/>
          </p:nvPr>
        </p:nvSpPr>
        <p:spPr>
          <a:xfrm>
            <a:off x="4939500" y="321875"/>
            <a:ext cx="3837000" cy="471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Implemented a three-agent architecture: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CNN Agent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Receives image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Returns predicted class + confidence + latency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ResNet Agent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Receives same image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Returns predicted class + confidence + latency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Judge Agent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Sends images to both agents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Collects predictions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Computes: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Accuracy@200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○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Average latency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Produces summary metrics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Key Idea: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Models are decoupled from evaluation logic → Judge controls benchmarking.</a:t>
            </a:r>
            <a:endParaRPr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58"/>
          <p:cNvSpPr txBox="1"/>
          <p:nvPr>
            <p:ph type="title"/>
          </p:nvPr>
        </p:nvSpPr>
        <p:spPr>
          <a:xfrm>
            <a:off x="231650" y="2018250"/>
            <a:ext cx="4045200" cy="1389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Training &amp; Evaluation Setup</a:t>
            </a:r>
            <a:endParaRPr/>
          </a:p>
        </p:txBody>
      </p:sp>
      <p:sp>
        <p:nvSpPr>
          <p:cNvPr id="501" name="Google Shape;501;p58"/>
          <p:cNvSpPr txBox="1"/>
          <p:nvPr>
            <p:ph idx="2" type="body"/>
          </p:nvPr>
        </p:nvSpPr>
        <p:spPr>
          <a:xfrm>
            <a:off x="4939500" y="291025"/>
            <a:ext cx="3837000" cy="454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Dataset: CIFAR-10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10 image classes (32x32 RGB)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CPU-only training (resource constraint)</a:t>
            </a:r>
            <a:br>
              <a:rPr lang="en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Training Design: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Limited epochs (6–8)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Small subset for fast training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Early stopping enabled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Same preprocessing for both models</a:t>
            </a:r>
            <a:br>
              <a:rPr lang="en" sz="1500">
                <a:latin typeface="Arial"/>
                <a:ea typeface="Arial"/>
                <a:cs typeface="Arial"/>
                <a:sym typeface="Arial"/>
              </a:rPr>
            </a:b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latin typeface="Arial"/>
                <a:ea typeface="Arial"/>
                <a:cs typeface="Arial"/>
                <a:sym typeface="Arial"/>
              </a:rPr>
              <a:t>Evaluation Design: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Judge compares on 200 test images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Measures: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Classification accuracy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○"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Average inference time (ms)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9"/>
          <p:cNvSpPr txBox="1"/>
          <p:nvPr>
            <p:ph type="title"/>
          </p:nvPr>
        </p:nvSpPr>
        <p:spPr>
          <a:xfrm>
            <a:off x="458925" y="724075"/>
            <a:ext cx="4045200" cy="12930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Quantitative Comparison</a:t>
            </a:r>
            <a:endParaRPr/>
          </a:p>
        </p:txBody>
      </p:sp>
      <p:sp>
        <p:nvSpPr>
          <p:cNvPr id="507" name="Google Shape;507;p5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Observations: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Both models significantly outperform random guessing (10%).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CNN slightly outperformed ResNet in this constrained setting.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Latency difference is minimal.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Shallower networks may converge faster under limited training.</a:t>
            </a:r>
            <a:endParaRPr sz="1500"/>
          </a:p>
        </p:txBody>
      </p:sp>
      <p:pic>
        <p:nvPicPr>
          <p:cNvPr id="508" name="Google Shape;508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9075" y="2526175"/>
            <a:ext cx="3764904" cy="231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0"/>
          <p:cNvSpPr txBox="1"/>
          <p:nvPr>
            <p:ph type="title"/>
          </p:nvPr>
        </p:nvSpPr>
        <p:spPr>
          <a:xfrm>
            <a:off x="573750" y="915100"/>
            <a:ext cx="4045200" cy="12930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Comparison</a:t>
            </a:r>
            <a:endParaRPr/>
          </a:p>
        </p:txBody>
      </p:sp>
      <p:sp>
        <p:nvSpPr>
          <p:cNvPr id="514" name="Google Shape;514;p6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Visual inspection of predictions shows:</a:t>
            </a:r>
            <a:endParaRPr sz="1300"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300"/>
              <a:t>Some images correctly classified by both agents.</a:t>
            </a:r>
            <a:br>
              <a:rPr lang="en" sz="1300"/>
            </a:br>
            <a:endParaRPr sz="13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300"/>
              <a:t>Some cases where only one agent was correct.</a:t>
            </a:r>
            <a:br>
              <a:rPr lang="en" sz="1300"/>
            </a:br>
            <a:endParaRPr sz="13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300"/>
              <a:t>Confidence scores differ across architectures.</a:t>
            </a:r>
            <a:br>
              <a:rPr lang="en" sz="1300"/>
            </a:br>
            <a:endParaRPr sz="13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 sz="1300"/>
              <a:t>Misclassifications often occur in visually similar classes (e.g., horse vs deer, truck vs automobile).</a:t>
            </a:r>
            <a:br>
              <a:rPr lang="en" sz="1300"/>
            </a:b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515" name="Google Shape;51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925" y="2526175"/>
            <a:ext cx="3828659" cy="231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1"/>
          <p:cNvSpPr txBox="1"/>
          <p:nvPr>
            <p:ph type="title"/>
          </p:nvPr>
        </p:nvSpPr>
        <p:spPr>
          <a:xfrm>
            <a:off x="265500" y="1233175"/>
            <a:ext cx="4045200" cy="12930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Judge Agent</a:t>
            </a:r>
            <a:endParaRPr/>
          </a:p>
        </p:txBody>
      </p:sp>
      <p:sp>
        <p:nvSpPr>
          <p:cNvPr id="521" name="Google Shape;521;p61"/>
          <p:cNvSpPr txBox="1"/>
          <p:nvPr>
            <p:ph idx="2" type="body"/>
          </p:nvPr>
        </p:nvSpPr>
        <p:spPr>
          <a:xfrm>
            <a:off x="4939500" y="365450"/>
            <a:ext cx="3837000" cy="45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The Judge Agent: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Centralizes evaluation logic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Ensures identical inputs for both models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Computes fair comparison metrics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Decouples model implementation from benchmarking</a:t>
            </a:r>
            <a:br>
              <a:rPr lang="en" sz="1600">
                <a:latin typeface="Arial"/>
                <a:ea typeface="Arial"/>
                <a:cs typeface="Arial"/>
                <a:sym typeface="Arial"/>
              </a:rPr>
            </a:b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latin typeface="Arial"/>
                <a:ea typeface="Arial"/>
                <a:cs typeface="Arial"/>
                <a:sym typeface="Arial"/>
              </a:rPr>
              <a:t>Agentic AI Principle Demonstrated: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Arial"/>
                <a:ea typeface="Arial"/>
                <a:cs typeface="Arial"/>
                <a:sym typeface="Arial"/>
              </a:rPr>
              <a:t>Independent agents coordinated by a supervising evaluation agent.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petitive Analysis">
  <a:themeElements>
    <a:clrScheme name="Simple Light">
      <a:dk1>
        <a:srgbClr val="F1F5F8"/>
      </a:dk1>
      <a:lt1>
        <a:srgbClr val="49070E"/>
      </a:lt1>
      <a:dk2>
        <a:srgbClr val="F8E4DC"/>
      </a:dk2>
      <a:lt2>
        <a:srgbClr val="F2631F"/>
      </a:lt2>
      <a:accent1>
        <a:srgbClr val="FFC490"/>
      </a:accent1>
      <a:accent2>
        <a:srgbClr val="913700"/>
      </a:accent2>
      <a:accent3>
        <a:srgbClr val="EACFC3"/>
      </a:accent3>
      <a:accent4>
        <a:srgbClr val="AB3F23"/>
      </a:accent4>
      <a:accent5>
        <a:srgbClr val="681227"/>
      </a:accent5>
      <a:accent6>
        <a:srgbClr val="EE732D"/>
      </a:accent6>
      <a:hlink>
        <a:srgbClr val="C251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